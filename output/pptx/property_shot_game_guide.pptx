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87c0de638d4e8b" /><Relationship Type="http://schemas.openxmlformats.org/officeDocument/2006/relationships/extended-properties" Target="/docProps/app.xml" Id="R25bedc952e0f47c4" /><Relationship Type="http://schemas.openxmlformats.org/officeDocument/2006/relationships/officeDocument" Target="/ppt/presentation.xml" Id="R57170bb444f74c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abf073d1e74d2b"/>
  </p:sldMasterIdLst>
  <p:notesMasterIdLst>
    <p:notesMasterId xmlns:r="http://schemas.openxmlformats.org/officeDocument/2006/relationships" r:id="R804132c01e244b3d"/>
  </p:notesMasterIdLst>
  <p:sldIdLst>
    <p:sldId xmlns:r="http://schemas.openxmlformats.org/officeDocument/2006/relationships" id="256" r:id="R24193b3f58bc46ad"/>
    <p:sldId xmlns:r="http://schemas.openxmlformats.org/officeDocument/2006/relationships" id="257" r:id="R478c423251c649c2"/>
    <p:sldId xmlns:r="http://schemas.openxmlformats.org/officeDocument/2006/relationships" id="258" r:id="R425c2546a8a5424c"/>
    <p:sldId xmlns:r="http://schemas.openxmlformats.org/officeDocument/2006/relationships" id="259" r:id="Rf30256c934e24ccd"/>
    <p:sldId xmlns:r="http://schemas.openxmlformats.org/officeDocument/2006/relationships" id="260" r:id="R76f99200155b4120"/>
    <p:sldId xmlns:r="http://schemas.openxmlformats.org/officeDocument/2006/relationships" id="261" r:id="R093de516b28d47ab"/>
    <p:sldId xmlns:r="http://schemas.openxmlformats.org/officeDocument/2006/relationships" id="262" r:id="R09f136b6d2424d3e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2169abb7a44a81" /><Relationship Type="http://schemas.openxmlformats.org/officeDocument/2006/relationships/slideMaster" Target="/ppt/slideMasters/slideMaster1.xml" Id="Rc4abf073d1e74d2b" /><Relationship Type="http://schemas.openxmlformats.org/officeDocument/2006/relationships/notesMaster" Target="/ppt/notesMasters/notesMaster1.xml" Id="R804132c01e244b3d" /><Relationship Type="http://schemas.openxmlformats.org/officeDocument/2006/relationships/presProps" Target="/ppt/presProps.xml" Id="Ra80912bbc8d04680" /><Relationship Type="http://schemas.openxmlformats.org/officeDocument/2006/relationships/tableStyles" Target="/ppt/tableStyles.xml" Id="Rde45b7a403a8451d" /><Relationship Type="http://schemas.openxmlformats.org/officeDocument/2006/relationships/slide" Target="/ppt/slides/slide1.xml" Id="R24193b3f58bc46ad" /><Relationship Type="http://schemas.openxmlformats.org/officeDocument/2006/relationships/slide" Target="/ppt/slides/slide2.xml" Id="R478c423251c649c2" /><Relationship Type="http://schemas.openxmlformats.org/officeDocument/2006/relationships/slide" Target="/ppt/slides/slide3.xml" Id="R425c2546a8a5424c" /><Relationship Type="http://schemas.openxmlformats.org/officeDocument/2006/relationships/slide" Target="/ppt/slides/slide4.xml" Id="Rf30256c934e24ccd" /><Relationship Type="http://schemas.openxmlformats.org/officeDocument/2006/relationships/slide" Target="/ppt/slides/slide5.xml" Id="R76f99200155b4120" /><Relationship Type="http://schemas.openxmlformats.org/officeDocument/2006/relationships/slide" Target="/ppt/slides/slide6.xml" Id="R093de516b28d47ab" /><Relationship Type="http://schemas.openxmlformats.org/officeDocument/2006/relationships/slide" Target="/ppt/slides/slide7.xml" Id="R09f136b6d2424d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ecfa087f2b4f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39d479c90e4d13" /><Relationship Type="http://schemas.openxmlformats.org/officeDocument/2006/relationships/notesMaster" Target="/ppt/notesMasters/notesMaster1.xml" Id="R75426a8593df47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6a739b8bf7453a" /><Relationship Type="http://schemas.openxmlformats.org/officeDocument/2006/relationships/notesMaster" Target="/ppt/notesMasters/notesMaster1.xml" Id="R4e5f83f0a38b47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68823e22e84cdf" /><Relationship Type="http://schemas.openxmlformats.org/officeDocument/2006/relationships/notesMaster" Target="/ppt/notesMasters/notesMaster1.xml" Id="Rbfb868216b3547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573c93e8504cba" /><Relationship Type="http://schemas.openxmlformats.org/officeDocument/2006/relationships/notesMaster" Target="/ppt/notesMasters/notesMaster1.xml" Id="Rcc6e9d61906146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9ce0d63c834208" /><Relationship Type="http://schemas.openxmlformats.org/officeDocument/2006/relationships/notesMaster" Target="/ppt/notesMasters/notesMaster1.xml" Id="R3b4a722e44604c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8561777cd040d6" /><Relationship Type="http://schemas.openxmlformats.org/officeDocument/2006/relationships/notesMaster" Target="/ppt/notesMasters/notesMaster1.xml" Id="R846a02a786884d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ddf6ef2a154525" /><Relationship Type="http://schemas.openxmlformats.org/officeDocument/2006/relationships/notesMaster" Target="/ppt/notesMasters/notesMaster1.xml" Id="R0cba55979dae40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/Users/bellhundred/git-repo/nhn_hackerton/report/dist/property_shot_game_guide.pdf (page 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/Users/bellhundred/git-repo/nhn_hackerton/report/dist/property_shot_game_guide.pdf (page 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/Users/bellhundred/git-repo/nhn_hackerton/report/dist/property_shot_game_guide.pdf (page 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/Users/bellhundred/git-repo/nhn_hackerton/report/dist/property_shot_game_guide.pdf (page 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/Users/bellhundred/git-repo/nhn_hackerton/report/dist/property_shot_game_guide.pdf (page 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/Users/bellhundred/git-repo/nhn_hackerton/report/dist/property_shot_game_guide.pdf (page 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/Users/bellhundred/git-repo/nhn_hackerton/report/dist/property_shot_game_guide.pdf (page 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a58d6576d48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fb610ede1b4fb9" /><Relationship Type="http://schemas.openxmlformats.org/officeDocument/2006/relationships/slideLayout" Target="/ppt/slideLayouts/slideLayout1.xml" Id="Ra265ff1014eb49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65ff1014eb49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834ff63d1462b" /><Relationship Type="http://schemas.openxmlformats.org/officeDocument/2006/relationships/image" Target="/ppt/media/image.png" Id="Ra92c3bb5d4da4671" /><Relationship Type="http://schemas.openxmlformats.org/officeDocument/2006/relationships/notesSlide" Target="/ppt/notesSlides/notesSlide1.xml" Id="R75267da42e4d47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d4653c089485b" /><Relationship Type="http://schemas.openxmlformats.org/officeDocument/2006/relationships/image" Target="/ppt/media/image2.png" Id="Rf242b608555a4e6c" /><Relationship Type="http://schemas.openxmlformats.org/officeDocument/2006/relationships/notesSlide" Target="/ppt/notesSlides/notesSlide2.xml" Id="R5e8edbd3fb2a46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cfe78904e4acd" /><Relationship Type="http://schemas.openxmlformats.org/officeDocument/2006/relationships/image" Target="/ppt/media/image3.png" Id="R87d548095ed34d44" /><Relationship Type="http://schemas.openxmlformats.org/officeDocument/2006/relationships/notesSlide" Target="/ppt/notesSlides/notesSlide3.xml" Id="Rb34ba397415f43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6ee20a0b64746" /><Relationship Type="http://schemas.openxmlformats.org/officeDocument/2006/relationships/notesSlide" Target="/ppt/notesSlides/notesSlide4.xml" Id="R83ec9b1222c74d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414720cb24719" /><Relationship Type="http://schemas.openxmlformats.org/officeDocument/2006/relationships/image" Target="/ppt/media/image4.png" Id="R51795eb6fddc474f" /><Relationship Type="http://schemas.openxmlformats.org/officeDocument/2006/relationships/notesSlide" Target="/ppt/notesSlides/notesSlide5.xml" Id="R9e9ac2c32cce4b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2622c10dd4bb6" /><Relationship Type="http://schemas.openxmlformats.org/officeDocument/2006/relationships/notesSlide" Target="/ppt/notesSlides/notesSlide6.xml" Id="R623c8706250146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b739cb44a4595" /><Relationship Type="http://schemas.openxmlformats.org/officeDocument/2006/relationships/notesSlide" Target="/ppt/notesSlides/notesSlide7.xml" Id="R40581cfbe89b49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c3bb5d4da4671"/>
          <a:srcRect xmlns:a="http://schemas.openxmlformats.org/drawingml/2006/main" l="22" t="0" r="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03904" y="3767952"/>
            <a:ext cx="1554992" cy="3365338"/>
          </a:xfrm>
          <a:prstGeom xmlns:a="http://schemas.openxmlformats.org/drawingml/2006/main" prst="rect">
            <a:avLst/>
          </a:prstGeom>
        </p:spPr>
      </p:pic>
      <p:sp>
        <p:nvSpPr>
          <p:cNvPr id="2" name="page-01-text-000-00">
            <a:extLst xmlns:a="http://schemas.openxmlformats.org/drawingml/2006/main">
              <a:ext uri="{FF2B5EF4-FFF2-40B4-BE49-F238E27FC236}">
                <a16:creationId xmlns:a16="http://schemas.microsoft.com/office/drawing/2014/main" id="{A061ED06-D558-4AD9-B0AD-8E432B8D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139" y="2640964"/>
            <a:ext cx="160838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4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614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GAME INTRODUCTION</a:t>
            </a:r>
          </a:p>
        </p:txBody>
      </p:sp>
      <p:sp>
        <p:nvSpPr>
          <p:cNvPr id="3" name="page-01-text-001-00">
            <a:extLst xmlns:a="http://schemas.openxmlformats.org/drawingml/2006/main">
              <a:ext uri="{FF2B5EF4-FFF2-40B4-BE49-F238E27FC236}">
                <a16:creationId xmlns:a16="http://schemas.microsoft.com/office/drawing/2014/main" id="{5211B516-E146-4882-8EC5-6A38C41C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27" y="3141903"/>
            <a:ext cx="4325864" cy="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4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154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속성 한방(Property Shot)</a:t>
            </a:r>
          </a:p>
        </p:txBody>
      </p:sp>
      <p:sp>
        <p:nvSpPr>
          <p:cNvPr id="4" name="page-01-text-002-00">
            <a:extLst xmlns:a="http://schemas.openxmlformats.org/drawingml/2006/main">
              <a:ext uri="{FF2B5EF4-FFF2-40B4-BE49-F238E27FC236}">
                <a16:creationId xmlns:a16="http://schemas.microsoft.com/office/drawing/2014/main" id="{9186195D-4BA2-4DA9-8B7E-8AEA6945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016" y="7435523"/>
            <a:ext cx="117315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568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2026-08-16 KST</a:t>
            </a:r>
          </a:p>
        </p:txBody>
      </p:sp>
      <p:sp>
        <p:nvSpPr>
          <p:cNvPr id="5" name="page-01-text-003-00">
            <a:extLst xmlns:a="http://schemas.openxmlformats.org/drawingml/2006/main">
              <a:ext uri="{FF2B5EF4-FFF2-40B4-BE49-F238E27FC236}">
                <a16:creationId xmlns:a16="http://schemas.microsoft.com/office/drawing/2014/main" id="{3D0C3809-1B87-4488-8A2F-0A26B2D3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488" y="7731797"/>
            <a:ext cx="1891615" cy="184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2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542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제21회 경기게임오디션 일반부문</a:t>
            </a:r>
          </a:p>
        </p:txBody>
      </p:sp>
    </p:spTree>
    <p:extLst>
      <p:ext uri="{BB962C8B-B14F-4D97-AF65-F5344CB8AC3E}">
        <p14:creationId xmlns:p14="http://schemas.microsoft.com/office/powerpoint/2010/main" val="1674476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age-02-rect-000">
            <a:extLst xmlns:a="http://schemas.openxmlformats.org/drawingml/2006/main">
              <a:ext uri="{FF2B5EF4-FFF2-40B4-BE49-F238E27FC236}">
                <a16:creationId xmlns:a16="http://schemas.microsoft.com/office/drawing/2014/main" id="{55B3308B-8A80-4300-806D-1EB2C4B6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095823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2-rect-001">
            <a:extLst xmlns:a="http://schemas.openxmlformats.org/drawingml/2006/main">
              <a:ext uri="{FF2B5EF4-FFF2-40B4-BE49-F238E27FC236}">
                <a16:creationId xmlns:a16="http://schemas.microsoft.com/office/drawing/2014/main" id="{B8AAC756-A14B-4DB3-ACC9-392019E9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7095823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2-rect-002">
            <a:extLst xmlns:a="http://schemas.openxmlformats.org/drawingml/2006/main">
              <a:ext uri="{FF2B5EF4-FFF2-40B4-BE49-F238E27FC236}">
                <a16:creationId xmlns:a16="http://schemas.microsoft.com/office/drawing/2014/main" id="{C1961D1A-B9D6-4F10-B5E7-A0F5BE19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095823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-rect-003">
            <a:extLst xmlns:a="http://schemas.openxmlformats.org/drawingml/2006/main">
              <a:ext uri="{FF2B5EF4-FFF2-40B4-BE49-F238E27FC236}">
                <a16:creationId xmlns:a16="http://schemas.microsoft.com/office/drawing/2014/main" id="{C2ED790C-7D9B-4D0A-B295-61110BA6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7095823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2-line-000">
            <a:extLst xmlns:a="http://schemas.openxmlformats.org/drawingml/2006/main">
              <a:ext uri="{FF2B5EF4-FFF2-40B4-BE49-F238E27FC236}">
                <a16:creationId xmlns:a16="http://schemas.microsoft.com/office/drawing/2014/main" id="{9FF4D2FC-DC69-4939-A6EA-66847A8B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7098999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6" name="page-02-line-001">
            <a:extLst xmlns:a="http://schemas.openxmlformats.org/drawingml/2006/main">
              <a:ext uri="{FF2B5EF4-FFF2-40B4-BE49-F238E27FC236}">
                <a16:creationId xmlns:a16="http://schemas.microsoft.com/office/drawing/2014/main" id="{9A4A4AEF-ED60-4BA9-8477-FDB0E2F5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406440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7" name="page-02-line-002">
            <a:extLst xmlns:a="http://schemas.openxmlformats.org/drawingml/2006/main">
              <a:ext uri="{FF2B5EF4-FFF2-40B4-BE49-F238E27FC236}">
                <a16:creationId xmlns:a16="http://schemas.microsoft.com/office/drawing/2014/main" id="{AC20855D-BC7F-40CE-B943-8E1B5F29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749453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8" name="page-02-line-003">
            <a:extLst xmlns:a="http://schemas.openxmlformats.org/drawingml/2006/main">
              <a:ext uri="{FF2B5EF4-FFF2-40B4-BE49-F238E27FC236}">
                <a16:creationId xmlns:a16="http://schemas.microsoft.com/office/drawing/2014/main" id="{85945543-BD30-4CE9-9ADF-B07655B0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093736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9" name="page-02-line-004">
            <a:extLst xmlns:a="http://schemas.openxmlformats.org/drawingml/2006/main">
              <a:ext uri="{FF2B5EF4-FFF2-40B4-BE49-F238E27FC236}">
                <a16:creationId xmlns:a16="http://schemas.microsoft.com/office/drawing/2014/main" id="{7ECBD36B-36D5-427C-A2B5-D3309B37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436749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0" name="page-02-line-005">
            <a:extLst xmlns:a="http://schemas.openxmlformats.org/drawingml/2006/main">
              <a:ext uri="{FF2B5EF4-FFF2-40B4-BE49-F238E27FC236}">
                <a16:creationId xmlns:a16="http://schemas.microsoft.com/office/drawing/2014/main" id="{02E2E9A2-B94A-46E5-9749-67205214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8781032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1" name="page-02-line-006">
            <a:extLst xmlns:a="http://schemas.openxmlformats.org/drawingml/2006/main">
              <a:ext uri="{FF2B5EF4-FFF2-40B4-BE49-F238E27FC236}">
                <a16:creationId xmlns:a16="http://schemas.microsoft.com/office/drawing/2014/main" id="{504619DA-8CE0-4DBC-A3C4-175E5055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095823"/>
            <a:ext cx="9525" cy="16883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2" name="page-02-line-007">
            <a:extLst xmlns:a="http://schemas.openxmlformats.org/drawingml/2006/main">
              <a:ext uri="{FF2B5EF4-FFF2-40B4-BE49-F238E27FC236}">
                <a16:creationId xmlns:a16="http://schemas.microsoft.com/office/drawing/2014/main" id="{8077D308-24C8-42C1-B8AC-17CD009C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7102175"/>
            <a:ext cx="9525" cy="16756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3" name="page-02-line-008">
            <a:extLst xmlns:a="http://schemas.openxmlformats.org/drawingml/2006/main">
              <a:ext uri="{FF2B5EF4-FFF2-40B4-BE49-F238E27FC236}">
                <a16:creationId xmlns:a16="http://schemas.microsoft.com/office/drawing/2014/main" id="{D9AE4138-3FCB-4DFE-940D-CD45C068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7095823"/>
            <a:ext cx="9525" cy="16883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4" name="page-02-line-009">
            <a:extLst xmlns:a="http://schemas.openxmlformats.org/drawingml/2006/main">
              <a:ext uri="{FF2B5EF4-FFF2-40B4-BE49-F238E27FC236}">
                <a16:creationId xmlns:a16="http://schemas.microsoft.com/office/drawing/2014/main" id="{5E81D2A9-E2E2-4C31-BD38-5DAB0E0A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5" name="page-02-line-010">
            <a:extLst xmlns:a="http://schemas.openxmlformats.org/drawingml/2006/main">
              <a:ext uri="{FF2B5EF4-FFF2-40B4-BE49-F238E27FC236}">
                <a16:creationId xmlns:a16="http://schemas.microsoft.com/office/drawing/2014/main" id="{D38195DD-A50A-4D57-B203-91074B12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2b608555a4e6c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6626" y="2058604"/>
            <a:ext cx="2149548" cy="4652272"/>
          </a:xfrm>
          <a:prstGeom xmlns:a="http://schemas.openxmlformats.org/drawingml/2006/main" prst="rect">
            <a:avLst/>
          </a:prstGeom>
        </p:spPr>
      </p:pic>
      <p:sp>
        <p:nvSpPr>
          <p:cNvPr id="17" name="page-02-text-000-00">
            <a:extLst xmlns:a="http://schemas.openxmlformats.org/drawingml/2006/main">
              <a:ext uri="{FF2B5EF4-FFF2-40B4-BE49-F238E27FC236}">
                <a16:creationId xmlns:a16="http://schemas.microsoft.com/office/drawing/2014/main" id="{B34573AE-26FB-4D68-BE06-95CDAD93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17" y="468104"/>
            <a:ext cx="1930490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9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Game Introduction</a:t>
            </a:r>
          </a:p>
        </p:txBody>
      </p:sp>
      <p:sp>
        <p:nvSpPr>
          <p:cNvPr id="18" name="page-02-text-001-00">
            <a:extLst xmlns:a="http://schemas.openxmlformats.org/drawingml/2006/main">
              <a:ext uri="{FF2B5EF4-FFF2-40B4-BE49-F238E27FC236}">
                <a16:creationId xmlns:a16="http://schemas.microsoft.com/office/drawing/2014/main" id="{32E2A06B-BE9D-40F5-B72D-737FB2F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954573"/>
            <a:ext cx="4133141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4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1. 사물의 속성을 옮겨 해법을 만드는 물리 퍼즐</a:t>
            </a:r>
          </a:p>
        </p:txBody>
      </p:sp>
      <p:sp>
        <p:nvSpPr>
          <p:cNvPr id="19" name="page-02-text-002-00">
            <a:extLst xmlns:a="http://schemas.openxmlformats.org/drawingml/2006/main">
              <a:ext uri="{FF2B5EF4-FFF2-40B4-BE49-F238E27FC236}">
                <a16:creationId xmlns:a16="http://schemas.microsoft.com/office/drawing/2014/main" id="{CAD68EDD-9939-4FE0-942F-983E05B2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450582"/>
            <a:ext cx="5392735" cy="197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2" b="1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2" b="1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속성 한방은 주변 사물의 무거움·탄성·점착·뾰족함을 공에 옮기고, 사라진 속성과 이전 샷의</a:t>
            </a:r>
          </a:p>
        </p:txBody>
      </p:sp>
      <p:sp>
        <p:nvSpPr>
          <p:cNvPr id="20" name="page-02-text-003-00">
            <a:extLst xmlns:a="http://schemas.openxmlformats.org/drawingml/2006/main">
              <a:ext uri="{FF2B5EF4-FFF2-40B4-BE49-F238E27FC236}">
                <a16:creationId xmlns:a16="http://schemas.microsoft.com/office/drawing/2014/main" id="{41E38B84-8FBA-4010-94FA-86A0FAB3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716443"/>
            <a:ext cx="314974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흔적까지 다음 해법으로 쓰는 세로형 물리 퍼즐이다.</a:t>
            </a:r>
          </a:p>
        </p:txBody>
      </p:sp>
      <p:sp>
        <p:nvSpPr>
          <p:cNvPr id="21" name="page-02-text-004-00">
            <a:extLst xmlns:a="http://schemas.openxmlformats.org/drawingml/2006/main">
              <a:ext uri="{FF2B5EF4-FFF2-40B4-BE49-F238E27FC236}">
                <a16:creationId xmlns:a16="http://schemas.microsoft.com/office/drawing/2014/main" id="{7EAD2F3B-6C36-4CAE-8529-576BD2B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003" y="6806501"/>
            <a:ext cx="2555529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57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속성을 옮긴 공으로 보드의 상태를 바꾸는 실제 플레이</a:t>
            </a:r>
          </a:p>
        </p:txBody>
      </p:sp>
      <p:sp>
        <p:nvSpPr>
          <p:cNvPr id="22" name="page-02-text-005-00">
            <a:extLst xmlns:a="http://schemas.openxmlformats.org/drawingml/2006/main">
              <a:ext uri="{FF2B5EF4-FFF2-40B4-BE49-F238E27FC236}">
                <a16:creationId xmlns:a16="http://schemas.microsoft.com/office/drawing/2014/main" id="{57B4E231-B7F9-43B6-BB49-AD578701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173181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구분</a:t>
            </a:r>
          </a:p>
        </p:txBody>
      </p:sp>
      <p:sp>
        <p:nvSpPr>
          <p:cNvPr id="23" name="page-02-text-005-01">
            <a:extLst xmlns:a="http://schemas.openxmlformats.org/drawingml/2006/main">
              <a:ext uri="{FF2B5EF4-FFF2-40B4-BE49-F238E27FC236}">
                <a16:creationId xmlns:a16="http://schemas.microsoft.com/office/drawing/2014/main" id="{88E385A9-32BB-448E-B4EF-DB8B3CC9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173181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내용</a:t>
            </a:r>
          </a:p>
        </p:txBody>
      </p:sp>
      <p:sp>
        <p:nvSpPr>
          <p:cNvPr id="24" name="page-02-text-006-00">
            <a:extLst xmlns:a="http://schemas.openxmlformats.org/drawingml/2006/main">
              <a:ext uri="{FF2B5EF4-FFF2-40B4-BE49-F238E27FC236}">
                <a16:creationId xmlns:a16="http://schemas.microsoft.com/office/drawing/2014/main" id="{69294E46-39C5-4F17-BAE3-1AAF7728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483507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핵심 선택</a:t>
            </a:r>
          </a:p>
        </p:txBody>
      </p:sp>
      <p:sp>
        <p:nvSpPr>
          <p:cNvPr id="25" name="page-02-text-006-01">
            <a:extLst xmlns:a="http://schemas.openxmlformats.org/drawingml/2006/main">
              <a:ext uri="{FF2B5EF4-FFF2-40B4-BE49-F238E27FC236}">
                <a16:creationId xmlns:a16="http://schemas.microsoft.com/office/drawing/2014/main" id="{3AD0E23A-5E86-4038-9AEB-AC78D11F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483507"/>
            <a:ext cx="258504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어느 사물의 속성을 공에 옮길지 결정한다.</a:t>
            </a:r>
          </a:p>
        </p:txBody>
      </p:sp>
      <p:sp>
        <p:nvSpPr>
          <p:cNvPr id="26" name="page-02-text-007-00">
            <a:extLst xmlns:a="http://schemas.openxmlformats.org/drawingml/2006/main">
              <a:ext uri="{FF2B5EF4-FFF2-40B4-BE49-F238E27FC236}">
                <a16:creationId xmlns:a16="http://schemas.microsoft.com/office/drawing/2014/main" id="{DCCF5C88-0ADA-4E36-9362-E0F40769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827155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핵심 행동</a:t>
            </a:r>
          </a:p>
        </p:txBody>
      </p:sp>
      <p:sp>
        <p:nvSpPr>
          <p:cNvPr id="27" name="page-02-text-007-01">
            <a:extLst xmlns:a="http://schemas.openxmlformats.org/drawingml/2006/main">
              <a:ext uri="{FF2B5EF4-FFF2-40B4-BE49-F238E27FC236}">
                <a16:creationId xmlns:a16="http://schemas.microsoft.com/office/drawing/2014/main" id="{1464D8D6-55DC-4985-B371-4EBDF4E1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827155"/>
            <a:ext cx="288677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방향과 힘을 조절해 기물의 인과 연쇄를 만든다.</a:t>
            </a:r>
          </a:p>
        </p:txBody>
      </p:sp>
      <p:sp>
        <p:nvSpPr>
          <p:cNvPr id="28" name="page-02-text-008-00">
            <a:extLst xmlns:a="http://schemas.openxmlformats.org/drawingml/2006/main">
              <a:ext uri="{FF2B5EF4-FFF2-40B4-BE49-F238E27FC236}">
                <a16:creationId xmlns:a16="http://schemas.microsoft.com/office/drawing/2014/main" id="{4BCDDFC5-9D81-44D7-9E4A-E7689A21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170803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핵심 반전</a:t>
            </a:r>
          </a:p>
        </p:txBody>
      </p:sp>
      <p:sp>
        <p:nvSpPr>
          <p:cNvPr id="29" name="page-02-text-008-01">
            <a:extLst xmlns:a="http://schemas.openxmlformats.org/drawingml/2006/main">
              <a:ext uri="{FF2B5EF4-FFF2-40B4-BE49-F238E27FC236}">
                <a16:creationId xmlns:a16="http://schemas.microsoft.com/office/drawing/2014/main" id="{8947D1DB-D70D-45CF-9720-FD98290B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8170803"/>
            <a:ext cx="361281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빗나간 공, 열린 문, 돌아간 반사판이 다음 샷의 도구가 된다.</a:t>
            </a:r>
          </a:p>
        </p:txBody>
      </p:sp>
      <p:sp>
        <p:nvSpPr>
          <p:cNvPr id="30" name="page-02-text-009-00">
            <a:extLst xmlns:a="http://schemas.openxmlformats.org/drawingml/2006/main">
              <a:ext uri="{FF2B5EF4-FFF2-40B4-BE49-F238E27FC236}">
                <a16:creationId xmlns:a16="http://schemas.microsoft.com/office/drawing/2014/main" id="{6B94DA17-D97C-4ABD-A931-6486F21C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514451"/>
            <a:ext cx="80925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플레이 리듬</a:t>
            </a:r>
          </a:p>
        </p:txBody>
      </p:sp>
      <p:sp>
        <p:nvSpPr>
          <p:cNvPr id="31" name="page-02-text-009-01">
            <a:extLst xmlns:a="http://schemas.openxmlformats.org/drawingml/2006/main">
              <a:ext uri="{FF2B5EF4-FFF2-40B4-BE49-F238E27FC236}">
                <a16:creationId xmlns:a16="http://schemas.microsoft.com/office/drawing/2014/main" id="{CFEFDD4C-152D-4523-BFD8-1FA3EC5F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8514451"/>
            <a:ext cx="316844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관찰 → 속성 선택 → 발사 → 상태 변화 → 다음 해법</a:t>
            </a:r>
          </a:p>
        </p:txBody>
      </p:sp>
      <p:sp>
        <p:nvSpPr>
          <p:cNvPr id="32" name="page-02-text-010-00">
            <a:extLst xmlns:a="http://schemas.openxmlformats.org/drawingml/2006/main">
              <a:ext uri="{FF2B5EF4-FFF2-40B4-BE49-F238E27FC236}">
                <a16:creationId xmlns:a16="http://schemas.microsoft.com/office/drawing/2014/main" id="{CAED29B4-9A0C-4736-8604-D9122156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687" y="10058009"/>
            <a:ext cx="227929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3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63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Game Introduction · Page 2</a:t>
            </a:r>
          </a:p>
        </p:txBody>
      </p:sp>
    </p:spTree>
    <p:extLst>
      <p:ext uri="{BB962C8B-B14F-4D97-AF65-F5344CB8AC3E}">
        <p14:creationId xmlns:p14="http://schemas.microsoft.com/office/powerpoint/2010/main" val="2102903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age-03-rect-000">
            <a:extLst xmlns:a="http://schemas.openxmlformats.org/drawingml/2006/main">
              <a:ext uri="{FF2B5EF4-FFF2-40B4-BE49-F238E27FC236}">
                <a16:creationId xmlns:a16="http://schemas.microsoft.com/office/drawing/2014/main" id="{C808B5F8-5727-41F6-8B86-74A1414D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8094371"/>
            <a:ext cx="1079220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3-rect-001">
            <a:extLst xmlns:a="http://schemas.openxmlformats.org/drawingml/2006/main">
              <a:ext uri="{FF2B5EF4-FFF2-40B4-BE49-F238E27FC236}">
                <a16:creationId xmlns:a16="http://schemas.microsoft.com/office/drawing/2014/main" id="{E8B1E13F-B842-46D6-8095-D607F648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8094371"/>
            <a:ext cx="2159076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3-rect-002">
            <a:extLst xmlns:a="http://schemas.openxmlformats.org/drawingml/2006/main">
              <a:ext uri="{FF2B5EF4-FFF2-40B4-BE49-F238E27FC236}">
                <a16:creationId xmlns:a16="http://schemas.microsoft.com/office/drawing/2014/main" id="{3A28B9A3-44CA-4BE2-8DC5-EB028349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8094371"/>
            <a:ext cx="2705356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-rect-003">
            <a:extLst xmlns:a="http://schemas.openxmlformats.org/drawingml/2006/main">
              <a:ext uri="{FF2B5EF4-FFF2-40B4-BE49-F238E27FC236}">
                <a16:creationId xmlns:a16="http://schemas.microsoft.com/office/drawing/2014/main" id="{4C344F88-582F-48DD-B7A4-82571C06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8094371"/>
            <a:ext cx="1079220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3-rect-004">
            <a:extLst xmlns:a="http://schemas.openxmlformats.org/drawingml/2006/main">
              <a:ext uri="{FF2B5EF4-FFF2-40B4-BE49-F238E27FC236}">
                <a16:creationId xmlns:a16="http://schemas.microsoft.com/office/drawing/2014/main" id="{0F114EF7-D751-4DCD-8C37-AA388542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8094371"/>
            <a:ext cx="2159076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3-rect-005">
            <a:extLst xmlns:a="http://schemas.openxmlformats.org/drawingml/2006/main">
              <a:ext uri="{FF2B5EF4-FFF2-40B4-BE49-F238E27FC236}">
                <a16:creationId xmlns:a16="http://schemas.microsoft.com/office/drawing/2014/main" id="{5586F532-F4D6-4467-9C48-B2DF654A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8094371"/>
            <a:ext cx="2705356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3-line-000">
            <a:extLst xmlns:a="http://schemas.openxmlformats.org/drawingml/2006/main">
              <a:ext uri="{FF2B5EF4-FFF2-40B4-BE49-F238E27FC236}">
                <a16:creationId xmlns:a16="http://schemas.microsoft.com/office/drawing/2014/main" id="{C1C585F9-BDF5-4EEE-9B72-ECBB46BD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8097547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8" name="page-03-line-001">
            <a:extLst xmlns:a="http://schemas.openxmlformats.org/drawingml/2006/main">
              <a:ext uri="{FF2B5EF4-FFF2-40B4-BE49-F238E27FC236}">
                <a16:creationId xmlns:a16="http://schemas.microsoft.com/office/drawing/2014/main" id="{DDEA54AF-B65F-4D11-AF5E-0C5E197C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403718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9" name="page-03-line-002">
            <a:extLst xmlns:a="http://schemas.openxmlformats.org/drawingml/2006/main">
              <a:ext uri="{FF2B5EF4-FFF2-40B4-BE49-F238E27FC236}">
                <a16:creationId xmlns:a16="http://schemas.microsoft.com/office/drawing/2014/main" id="{EE24C254-D16E-4FAC-8E2A-1DED6C40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991922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0" name="page-03-line-003">
            <a:extLst xmlns:a="http://schemas.openxmlformats.org/drawingml/2006/main">
              <a:ext uri="{FF2B5EF4-FFF2-40B4-BE49-F238E27FC236}">
                <a16:creationId xmlns:a16="http://schemas.microsoft.com/office/drawing/2014/main" id="{00A60992-A78F-4034-B60F-C6030866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9578855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1" name="page-03-line-004">
            <a:extLst xmlns:a="http://schemas.openxmlformats.org/drawingml/2006/main">
              <a:ext uri="{FF2B5EF4-FFF2-40B4-BE49-F238E27FC236}">
                <a16:creationId xmlns:a16="http://schemas.microsoft.com/office/drawing/2014/main" id="{575F7C33-AF91-4638-9A3F-19B5AF73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8094371"/>
            <a:ext cx="9525" cy="14876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2" name="page-03-line-005">
            <a:extLst xmlns:a="http://schemas.openxmlformats.org/drawingml/2006/main">
              <a:ext uri="{FF2B5EF4-FFF2-40B4-BE49-F238E27FC236}">
                <a16:creationId xmlns:a16="http://schemas.microsoft.com/office/drawing/2014/main" id="{AFD40076-2F03-42EA-B9DF-C51D7E44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8100723"/>
            <a:ext cx="9525" cy="14749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3" name="page-03-line-006">
            <a:extLst xmlns:a="http://schemas.openxmlformats.org/drawingml/2006/main">
              <a:ext uri="{FF2B5EF4-FFF2-40B4-BE49-F238E27FC236}">
                <a16:creationId xmlns:a16="http://schemas.microsoft.com/office/drawing/2014/main" id="{89380B35-F950-4FF4-A26D-68E31C0A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8100723"/>
            <a:ext cx="9525" cy="14749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4" name="page-03-line-007">
            <a:extLst xmlns:a="http://schemas.openxmlformats.org/drawingml/2006/main">
              <a:ext uri="{FF2B5EF4-FFF2-40B4-BE49-F238E27FC236}">
                <a16:creationId xmlns:a16="http://schemas.microsoft.com/office/drawing/2014/main" id="{955B59EA-0BCB-40E7-B9FD-7F66E33A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8094371"/>
            <a:ext cx="9525" cy="14876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5" name="page-03-line-008">
            <a:extLst xmlns:a="http://schemas.openxmlformats.org/drawingml/2006/main">
              <a:ext uri="{FF2B5EF4-FFF2-40B4-BE49-F238E27FC236}">
                <a16:creationId xmlns:a16="http://schemas.microsoft.com/office/drawing/2014/main" id="{326DCC5B-910B-46A1-BCD9-7317EEAA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6" name="page-03-line-009">
            <a:extLst xmlns:a="http://schemas.openxmlformats.org/drawingml/2006/main">
              <a:ext uri="{FF2B5EF4-FFF2-40B4-BE49-F238E27FC236}">
                <a16:creationId xmlns:a16="http://schemas.microsoft.com/office/drawing/2014/main" id="{807C786D-AAD5-4BDC-9107-D334A46A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548095ed34d44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6626" y="3056518"/>
            <a:ext cx="2149548" cy="4652272"/>
          </a:xfrm>
          <a:prstGeom xmlns:a="http://schemas.openxmlformats.org/drawingml/2006/main" prst="rect">
            <a:avLst/>
          </a:prstGeom>
        </p:spPr>
      </p:pic>
      <p:sp>
        <p:nvSpPr>
          <p:cNvPr id="18" name="page-03-text-000-00">
            <a:extLst xmlns:a="http://schemas.openxmlformats.org/drawingml/2006/main">
              <a:ext uri="{FF2B5EF4-FFF2-40B4-BE49-F238E27FC236}">
                <a16:creationId xmlns:a16="http://schemas.microsoft.com/office/drawing/2014/main" id="{E2F54329-F615-4D4E-A05A-B888F6CC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17" y="468104"/>
            <a:ext cx="1930490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9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Game Introduction</a:t>
            </a:r>
          </a:p>
        </p:txBody>
      </p:sp>
      <p:sp>
        <p:nvSpPr>
          <p:cNvPr id="19" name="page-03-text-001-00">
            <a:extLst xmlns:a="http://schemas.openxmlformats.org/drawingml/2006/main">
              <a:ext uri="{FF2B5EF4-FFF2-40B4-BE49-F238E27FC236}">
                <a16:creationId xmlns:a16="http://schemas.microsoft.com/office/drawing/2014/main" id="{F9E8DF2A-DA23-4734-B606-65D92724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954573"/>
            <a:ext cx="4515486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4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2. 정확히 쏘는 것보다 장면을 바꾸는 것이 중요하다</a:t>
            </a:r>
          </a:p>
        </p:txBody>
      </p:sp>
      <p:sp>
        <p:nvSpPr>
          <p:cNvPr id="20" name="page-03-text-002-00">
            <a:extLst xmlns:a="http://schemas.openxmlformats.org/drawingml/2006/main">
              <a:ext uri="{FF2B5EF4-FFF2-40B4-BE49-F238E27FC236}">
                <a16:creationId xmlns:a16="http://schemas.microsoft.com/office/drawing/2014/main" id="{F800CDB3-1AA9-4ADF-8914-9FCB6383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1451561"/>
            <a:ext cx="223441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1. 홀과 장애물, 속성 원본을 읽는다.</a:t>
            </a:r>
          </a:p>
        </p:txBody>
      </p:sp>
      <p:sp>
        <p:nvSpPr>
          <p:cNvPr id="21" name="page-03-text-003-00">
            <a:extLst xmlns:a="http://schemas.openxmlformats.org/drawingml/2006/main">
              <a:ext uri="{FF2B5EF4-FFF2-40B4-BE49-F238E27FC236}">
                <a16:creationId xmlns:a16="http://schemas.microsoft.com/office/drawing/2014/main" id="{14FD430B-3459-49C6-BB83-1C50964D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1767260"/>
            <a:ext cx="219248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2. 물체를 눌러 속성을 공에 옮긴다.</a:t>
            </a:r>
          </a:p>
        </p:txBody>
      </p:sp>
      <p:sp>
        <p:nvSpPr>
          <p:cNvPr id="22" name="page-03-text-004-00">
            <a:extLst xmlns:a="http://schemas.openxmlformats.org/drawingml/2006/main">
              <a:ext uri="{FF2B5EF4-FFF2-40B4-BE49-F238E27FC236}">
                <a16:creationId xmlns:a16="http://schemas.microsoft.com/office/drawing/2014/main" id="{4BB2602B-EFF9-4FC1-878C-34484A68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2082958"/>
            <a:ext cx="375637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3. 방향과 힘을 조절해 상자·스위치·풍선·반사판을 작동시킨다.</a:t>
            </a:r>
          </a:p>
        </p:txBody>
      </p:sp>
      <p:sp>
        <p:nvSpPr>
          <p:cNvPr id="23" name="page-03-text-005-00">
            <a:extLst xmlns:a="http://schemas.openxmlformats.org/drawingml/2006/main">
              <a:ext uri="{FF2B5EF4-FFF2-40B4-BE49-F238E27FC236}">
                <a16:creationId xmlns:a16="http://schemas.microsoft.com/office/drawing/2014/main" id="{92BC3E43-8657-4A79-AD69-44547A03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2398657"/>
            <a:ext cx="396472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4. 실패해도 직전 경로와 바뀐 장면을 비교해 다음 한 수를 바꾼다.</a:t>
            </a:r>
          </a:p>
        </p:txBody>
      </p:sp>
      <p:sp>
        <p:nvSpPr>
          <p:cNvPr id="24" name="page-03-text-006-00">
            <a:extLst xmlns:a="http://schemas.openxmlformats.org/drawingml/2006/main">
              <a:ext uri="{FF2B5EF4-FFF2-40B4-BE49-F238E27FC236}">
                <a16:creationId xmlns:a16="http://schemas.microsoft.com/office/drawing/2014/main" id="{15E36B1D-B846-4CE2-873B-E82B1C1E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2714356"/>
            <a:ext cx="296680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5. 공 또는 이전에 남긴 공을 홀에 넣어 완료한다.</a:t>
            </a:r>
          </a:p>
        </p:txBody>
      </p:sp>
      <p:sp>
        <p:nvSpPr>
          <p:cNvPr id="25" name="page-03-text-007-00">
            <a:extLst xmlns:a="http://schemas.openxmlformats.org/drawingml/2006/main">
              <a:ext uri="{FF2B5EF4-FFF2-40B4-BE49-F238E27FC236}">
                <a16:creationId xmlns:a16="http://schemas.microsoft.com/office/drawing/2014/main" id="{A964963F-8C68-4549-AB43-C2D3DDC9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820" y="7804414"/>
            <a:ext cx="1755572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6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무거움을 선택해 공으로 옮기는 장면</a:t>
            </a:r>
          </a:p>
        </p:txBody>
      </p:sp>
      <p:sp>
        <p:nvSpPr>
          <p:cNvPr id="26" name="page-03-text-008-00">
            <a:extLst xmlns:a="http://schemas.openxmlformats.org/drawingml/2006/main">
              <a:ext uri="{FF2B5EF4-FFF2-40B4-BE49-F238E27FC236}">
                <a16:creationId xmlns:a16="http://schemas.microsoft.com/office/drawing/2014/main" id="{8C66028D-721C-42D6-8133-1C1CFCE5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171095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속성</a:t>
            </a:r>
          </a:p>
        </p:txBody>
      </p:sp>
      <p:sp>
        <p:nvSpPr>
          <p:cNvPr id="27" name="page-03-text-008-01">
            <a:extLst xmlns:a="http://schemas.openxmlformats.org/drawingml/2006/main">
              <a:ext uri="{FF2B5EF4-FFF2-40B4-BE49-F238E27FC236}">
                <a16:creationId xmlns:a16="http://schemas.microsoft.com/office/drawing/2014/main" id="{707C09A1-CAEA-4F81-A0DE-C2DC8BF0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8171095"/>
            <a:ext cx="80925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플레이 변화</a:t>
            </a:r>
          </a:p>
        </p:txBody>
      </p:sp>
      <p:sp>
        <p:nvSpPr>
          <p:cNvPr id="28" name="page-03-text-008-02">
            <a:extLst xmlns:a="http://schemas.openxmlformats.org/drawingml/2006/main">
              <a:ext uri="{FF2B5EF4-FFF2-40B4-BE49-F238E27FC236}">
                <a16:creationId xmlns:a16="http://schemas.microsoft.com/office/drawing/2014/main" id="{53EE6915-49AD-4EC5-BDB9-E54E9B06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8171095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대표 장면</a:t>
            </a:r>
          </a:p>
        </p:txBody>
      </p:sp>
      <p:sp>
        <p:nvSpPr>
          <p:cNvPr id="29" name="page-03-text-009-00">
            <a:extLst xmlns:a="http://schemas.openxmlformats.org/drawingml/2006/main">
              <a:ext uri="{FF2B5EF4-FFF2-40B4-BE49-F238E27FC236}">
                <a16:creationId xmlns:a16="http://schemas.microsoft.com/office/drawing/2014/main" id="{AC276EF2-1FE1-419D-B951-90C07B4C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8481420"/>
            <a:ext cx="197627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큰 운동량으로 상자를 밀고 무게</a:t>
            </a:r>
          </a:p>
        </p:txBody>
      </p:sp>
      <p:sp>
        <p:nvSpPr>
          <p:cNvPr id="30" name="page-03-text-010-00">
            <a:extLst xmlns:a="http://schemas.openxmlformats.org/drawingml/2006/main">
              <a:ext uri="{FF2B5EF4-FFF2-40B4-BE49-F238E27FC236}">
                <a16:creationId xmlns:a16="http://schemas.microsoft.com/office/drawing/2014/main" id="{38D97FA8-1157-4878-A077-4E227DE1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603380"/>
            <a:ext cx="5078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무거움</a:t>
            </a:r>
          </a:p>
        </p:txBody>
      </p:sp>
      <p:sp>
        <p:nvSpPr>
          <p:cNvPr id="31" name="page-03-text-010-01">
            <a:extLst xmlns:a="http://schemas.openxmlformats.org/drawingml/2006/main">
              <a:ext uri="{FF2B5EF4-FFF2-40B4-BE49-F238E27FC236}">
                <a16:creationId xmlns:a16="http://schemas.microsoft.com/office/drawing/2014/main" id="{9C73EF40-C6E3-40A4-914E-50DB6C14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8603380"/>
            <a:ext cx="171411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상자를 옮겨 새 길을 만들기</a:t>
            </a:r>
          </a:p>
        </p:txBody>
      </p:sp>
      <p:sp>
        <p:nvSpPr>
          <p:cNvPr id="32" name="page-03-text-011-00">
            <a:extLst xmlns:a="http://schemas.openxmlformats.org/drawingml/2006/main">
              <a:ext uri="{FF2B5EF4-FFF2-40B4-BE49-F238E27FC236}">
                <a16:creationId xmlns:a16="http://schemas.microsoft.com/office/drawing/2014/main" id="{C1079FDE-B21A-41E5-A213-391588CE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8725340"/>
            <a:ext cx="111517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스위치를 누른다.</a:t>
            </a:r>
          </a:p>
        </p:txBody>
      </p:sp>
      <p:sp>
        <p:nvSpPr>
          <p:cNvPr id="33" name="page-03-text-012-00">
            <a:extLst xmlns:a="http://schemas.openxmlformats.org/drawingml/2006/main">
              <a:ext uri="{FF2B5EF4-FFF2-40B4-BE49-F238E27FC236}">
                <a16:creationId xmlns:a16="http://schemas.microsoft.com/office/drawing/2014/main" id="{A7153B8F-2F88-47ED-9E2D-F125C6DD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9068989"/>
            <a:ext cx="210763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벽에 부딪혀도 탄성을 유지해 다중</a:t>
            </a:r>
          </a:p>
        </p:txBody>
      </p:sp>
      <p:sp>
        <p:nvSpPr>
          <p:cNvPr id="34" name="page-03-text-013-00">
            <a:extLst xmlns:a="http://schemas.openxmlformats.org/drawingml/2006/main">
              <a:ext uri="{FF2B5EF4-FFF2-40B4-BE49-F238E27FC236}">
                <a16:creationId xmlns:a16="http://schemas.microsoft.com/office/drawing/2014/main" id="{AFC8619A-7425-46B5-8064-88870C61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9190949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탄성</a:t>
            </a:r>
          </a:p>
        </p:txBody>
      </p:sp>
      <p:sp>
        <p:nvSpPr>
          <p:cNvPr id="35" name="page-03-text-013-01">
            <a:extLst xmlns:a="http://schemas.openxmlformats.org/drawingml/2006/main">
              <a:ext uri="{FF2B5EF4-FFF2-40B4-BE49-F238E27FC236}">
                <a16:creationId xmlns:a16="http://schemas.microsoft.com/office/drawing/2014/main" id="{56675511-D407-4155-BEA8-853D330A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9190949"/>
            <a:ext cx="244833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직선을 막은 벽을 여러 번 튀겨 우회하기</a:t>
            </a:r>
          </a:p>
        </p:txBody>
      </p:sp>
      <p:sp>
        <p:nvSpPr>
          <p:cNvPr id="36" name="page-03-text-014-00">
            <a:extLst xmlns:a="http://schemas.openxmlformats.org/drawingml/2006/main">
              <a:ext uri="{FF2B5EF4-FFF2-40B4-BE49-F238E27FC236}">
                <a16:creationId xmlns:a16="http://schemas.microsoft.com/office/drawing/2014/main" id="{EAEDCCB7-E2E2-4AA4-9B89-6B172AE9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9312909"/>
            <a:ext cx="98368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반사를 만든다.</a:t>
            </a:r>
          </a:p>
        </p:txBody>
      </p:sp>
      <p:sp>
        <p:nvSpPr>
          <p:cNvPr id="37" name="page-03-text-015-00">
            <a:extLst xmlns:a="http://schemas.openxmlformats.org/drawingml/2006/main">
              <a:ext uri="{FF2B5EF4-FFF2-40B4-BE49-F238E27FC236}">
                <a16:creationId xmlns:a16="http://schemas.microsoft.com/office/drawing/2014/main" id="{BBE8EBC0-0C60-47A0-B994-6DF7F581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687" y="10058009"/>
            <a:ext cx="227929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3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63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Game Introduction · Page 3</a:t>
            </a:r>
          </a:p>
        </p:txBody>
      </p:sp>
    </p:spTree>
    <p:extLst>
      <p:ext uri="{BB962C8B-B14F-4D97-AF65-F5344CB8AC3E}">
        <p14:creationId xmlns:p14="http://schemas.microsoft.com/office/powerpoint/2010/main" val="12224598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page-04-rect-000">
            <a:extLst xmlns:a="http://schemas.openxmlformats.org/drawingml/2006/main">
              <a:ext uri="{FF2B5EF4-FFF2-40B4-BE49-F238E27FC236}">
                <a16:creationId xmlns:a16="http://schemas.microsoft.com/office/drawing/2014/main" id="{B8B39C41-80B5-4FF1-8A54-291C2552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4-rect-001">
            <a:extLst xmlns:a="http://schemas.openxmlformats.org/drawingml/2006/main">
              <a:ext uri="{FF2B5EF4-FFF2-40B4-BE49-F238E27FC236}">
                <a16:creationId xmlns:a16="http://schemas.microsoft.com/office/drawing/2014/main" id="{68E48FB4-1020-4E87-8890-2EE709F0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915238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4-rect-002">
            <a:extLst xmlns:a="http://schemas.openxmlformats.org/drawingml/2006/main">
              <a:ext uri="{FF2B5EF4-FFF2-40B4-BE49-F238E27FC236}">
                <a16:creationId xmlns:a16="http://schemas.microsoft.com/office/drawing/2014/main" id="{0F8B9D5D-F3C2-4B8C-9277-28813E68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915238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-rect-003">
            <a:extLst xmlns:a="http://schemas.openxmlformats.org/drawingml/2006/main">
              <a:ext uri="{FF2B5EF4-FFF2-40B4-BE49-F238E27FC236}">
                <a16:creationId xmlns:a16="http://schemas.microsoft.com/office/drawing/2014/main" id="{A3002F58-2E7C-48F6-B60C-D5BBFA6A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356801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4-rect-004">
            <a:extLst xmlns:a="http://schemas.openxmlformats.org/drawingml/2006/main">
              <a:ext uri="{FF2B5EF4-FFF2-40B4-BE49-F238E27FC236}">
                <a16:creationId xmlns:a16="http://schemas.microsoft.com/office/drawing/2014/main" id="{81BE401A-2A26-4BF6-B376-AF57B72F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4356801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4-rect-005">
            <a:extLst xmlns:a="http://schemas.openxmlformats.org/drawingml/2006/main">
              <a:ext uri="{FF2B5EF4-FFF2-40B4-BE49-F238E27FC236}">
                <a16:creationId xmlns:a16="http://schemas.microsoft.com/office/drawing/2014/main" id="{064A75D5-936D-4EFA-9A71-A5A63488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4356801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4-rect-006">
            <a:extLst xmlns:a="http://schemas.openxmlformats.org/drawingml/2006/main">
              <a:ext uri="{FF2B5EF4-FFF2-40B4-BE49-F238E27FC236}">
                <a16:creationId xmlns:a16="http://schemas.microsoft.com/office/drawing/2014/main" id="{995B8743-3599-4E91-8E00-C170C12F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4-rect-007">
            <a:extLst xmlns:a="http://schemas.openxmlformats.org/drawingml/2006/main">
              <a:ext uri="{FF2B5EF4-FFF2-40B4-BE49-F238E27FC236}">
                <a16:creationId xmlns:a16="http://schemas.microsoft.com/office/drawing/2014/main" id="{9CC95071-0CAD-4B2C-B526-5DCA5213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915238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4-rect-008">
            <a:extLst xmlns:a="http://schemas.openxmlformats.org/drawingml/2006/main">
              <a:ext uri="{FF2B5EF4-FFF2-40B4-BE49-F238E27FC236}">
                <a16:creationId xmlns:a16="http://schemas.microsoft.com/office/drawing/2014/main" id="{101821D4-9280-4317-A7F9-BA2A901B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915238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4-rect-009">
            <a:extLst xmlns:a="http://schemas.openxmlformats.org/drawingml/2006/main">
              <a:ext uri="{FF2B5EF4-FFF2-40B4-BE49-F238E27FC236}">
                <a16:creationId xmlns:a16="http://schemas.microsoft.com/office/drawing/2014/main" id="{ADFE1142-A786-4919-91E9-484EE82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356801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4-rect-010">
            <a:extLst xmlns:a="http://schemas.openxmlformats.org/drawingml/2006/main">
              <a:ext uri="{FF2B5EF4-FFF2-40B4-BE49-F238E27FC236}">
                <a16:creationId xmlns:a16="http://schemas.microsoft.com/office/drawing/2014/main" id="{FC19805B-4B91-48B0-BCA5-5751EEFD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4356801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04-rect-011">
            <a:extLst xmlns:a="http://schemas.openxmlformats.org/drawingml/2006/main">
              <a:ext uri="{FF2B5EF4-FFF2-40B4-BE49-F238E27FC236}">
                <a16:creationId xmlns:a16="http://schemas.microsoft.com/office/drawing/2014/main" id="{F7366A61-20B3-41EE-B585-2CFA4A52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4356801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04-line-000">
            <a:extLst xmlns:a="http://schemas.openxmlformats.org/drawingml/2006/main">
              <a:ext uri="{FF2B5EF4-FFF2-40B4-BE49-F238E27FC236}">
                <a16:creationId xmlns:a16="http://schemas.microsoft.com/office/drawing/2014/main" id="{DC6309B6-939C-4D63-A859-837691D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918414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4" name="page-04-line-001">
            <a:extLst xmlns:a="http://schemas.openxmlformats.org/drawingml/2006/main">
              <a:ext uri="{FF2B5EF4-FFF2-40B4-BE49-F238E27FC236}">
                <a16:creationId xmlns:a16="http://schemas.microsoft.com/office/drawing/2014/main" id="{9E220C88-454E-4F15-96C5-4E40CBF3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1225855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5" name="page-04-line-002">
            <a:extLst xmlns:a="http://schemas.openxmlformats.org/drawingml/2006/main">
              <a:ext uri="{FF2B5EF4-FFF2-40B4-BE49-F238E27FC236}">
                <a16:creationId xmlns:a16="http://schemas.microsoft.com/office/drawing/2014/main" id="{90EBCEAB-E29F-4B21-BF71-ECA26350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1812788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6" name="page-04-line-003">
            <a:extLst xmlns:a="http://schemas.openxmlformats.org/drawingml/2006/main">
              <a:ext uri="{FF2B5EF4-FFF2-40B4-BE49-F238E27FC236}">
                <a16:creationId xmlns:a16="http://schemas.microsoft.com/office/drawing/2014/main" id="{27610EAC-767E-4B25-926B-7D8AE9EE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2400992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7" name="page-04-line-004">
            <a:extLst xmlns:a="http://schemas.openxmlformats.org/drawingml/2006/main">
              <a:ext uri="{FF2B5EF4-FFF2-40B4-BE49-F238E27FC236}">
                <a16:creationId xmlns:a16="http://schemas.microsoft.com/office/drawing/2014/main" id="{C5FFC40F-0B3A-47BE-9A0D-5E666BBC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9525" cy="14889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8" name="page-04-line-005">
            <a:extLst xmlns:a="http://schemas.openxmlformats.org/drawingml/2006/main">
              <a:ext uri="{FF2B5EF4-FFF2-40B4-BE49-F238E27FC236}">
                <a16:creationId xmlns:a16="http://schemas.microsoft.com/office/drawing/2014/main" id="{7C7F3DF2-B626-4463-8EB8-658A370B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921590"/>
            <a:ext cx="9525" cy="14762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9" name="page-04-line-006">
            <a:extLst xmlns:a="http://schemas.openxmlformats.org/drawingml/2006/main">
              <a:ext uri="{FF2B5EF4-FFF2-40B4-BE49-F238E27FC236}">
                <a16:creationId xmlns:a16="http://schemas.microsoft.com/office/drawing/2014/main" id="{079A17B8-A9FA-4E4A-9F7D-DCA25671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921590"/>
            <a:ext cx="9525" cy="14762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0" name="page-04-line-007">
            <a:extLst xmlns:a="http://schemas.openxmlformats.org/drawingml/2006/main">
              <a:ext uri="{FF2B5EF4-FFF2-40B4-BE49-F238E27FC236}">
                <a16:creationId xmlns:a16="http://schemas.microsoft.com/office/drawing/2014/main" id="{D650D6FB-3C11-4A13-9AEC-798EDB43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915238"/>
            <a:ext cx="9525" cy="14889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1" name="page-04-line-008">
            <a:extLst xmlns:a="http://schemas.openxmlformats.org/drawingml/2006/main">
              <a:ext uri="{FF2B5EF4-FFF2-40B4-BE49-F238E27FC236}">
                <a16:creationId xmlns:a16="http://schemas.microsoft.com/office/drawing/2014/main" id="{B4EB76C9-4B39-4376-B69A-4EE65F71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4359977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2" name="page-04-line-009">
            <a:extLst xmlns:a="http://schemas.openxmlformats.org/drawingml/2006/main">
              <a:ext uri="{FF2B5EF4-FFF2-40B4-BE49-F238E27FC236}">
                <a16:creationId xmlns:a16="http://schemas.microsoft.com/office/drawing/2014/main" id="{8D1E45DF-00DD-40E3-AA1F-3A7F891D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4667418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3" name="page-04-line-010">
            <a:extLst xmlns:a="http://schemas.openxmlformats.org/drawingml/2006/main">
              <a:ext uri="{FF2B5EF4-FFF2-40B4-BE49-F238E27FC236}">
                <a16:creationId xmlns:a16="http://schemas.microsoft.com/office/drawing/2014/main" id="{ED8674CA-2CC5-4FE3-8C80-4865A9AB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254351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4" name="page-04-line-011">
            <a:extLst xmlns:a="http://schemas.openxmlformats.org/drawingml/2006/main">
              <a:ext uri="{FF2B5EF4-FFF2-40B4-BE49-F238E27FC236}">
                <a16:creationId xmlns:a16="http://schemas.microsoft.com/office/drawing/2014/main" id="{8CB7F205-28CE-4DFF-94B5-3334C304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598635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5" name="page-04-line-012">
            <a:extLst xmlns:a="http://schemas.openxmlformats.org/drawingml/2006/main">
              <a:ext uri="{FF2B5EF4-FFF2-40B4-BE49-F238E27FC236}">
                <a16:creationId xmlns:a16="http://schemas.microsoft.com/office/drawing/2014/main" id="{268678B7-4237-4D83-9295-84B0BDF8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5941648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6" name="page-04-line-013">
            <a:extLst xmlns:a="http://schemas.openxmlformats.org/drawingml/2006/main">
              <a:ext uri="{FF2B5EF4-FFF2-40B4-BE49-F238E27FC236}">
                <a16:creationId xmlns:a16="http://schemas.microsoft.com/office/drawing/2014/main" id="{834DAC2E-1FA4-4B57-8B2D-660EF9BC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356801"/>
            <a:ext cx="9525" cy="15880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7" name="page-04-line-014">
            <a:extLst xmlns:a="http://schemas.openxmlformats.org/drawingml/2006/main">
              <a:ext uri="{FF2B5EF4-FFF2-40B4-BE49-F238E27FC236}">
                <a16:creationId xmlns:a16="http://schemas.microsoft.com/office/drawing/2014/main" id="{6692D090-F6C3-4BAE-818F-0304AB32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4363153"/>
            <a:ext cx="9525" cy="157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8" name="page-04-line-015">
            <a:extLst xmlns:a="http://schemas.openxmlformats.org/drawingml/2006/main">
              <a:ext uri="{FF2B5EF4-FFF2-40B4-BE49-F238E27FC236}">
                <a16:creationId xmlns:a16="http://schemas.microsoft.com/office/drawing/2014/main" id="{183DC4EB-40A4-4B76-A234-67667C51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4363153"/>
            <a:ext cx="9525" cy="157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9" name="page-04-line-016">
            <a:extLst xmlns:a="http://schemas.openxmlformats.org/drawingml/2006/main">
              <a:ext uri="{FF2B5EF4-FFF2-40B4-BE49-F238E27FC236}">
                <a16:creationId xmlns:a16="http://schemas.microsoft.com/office/drawing/2014/main" id="{A11C1BE8-9C04-40D3-9539-CDCB0FDC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4356801"/>
            <a:ext cx="9525" cy="15880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0" name="page-04-line-017">
            <a:extLst xmlns:a="http://schemas.openxmlformats.org/drawingml/2006/main">
              <a:ext uri="{FF2B5EF4-FFF2-40B4-BE49-F238E27FC236}">
                <a16:creationId xmlns:a16="http://schemas.microsoft.com/office/drawing/2014/main" id="{AF92D305-EEFD-4EF9-9340-EA512F34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31" name="page-04-line-018">
            <a:extLst xmlns:a="http://schemas.openxmlformats.org/drawingml/2006/main">
              <a:ext uri="{FF2B5EF4-FFF2-40B4-BE49-F238E27FC236}">
                <a16:creationId xmlns:a16="http://schemas.microsoft.com/office/drawing/2014/main" id="{B05A4AFB-E031-43F6-85BE-AEAB26C4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32" name="page-04-text-000-00">
            <a:extLst xmlns:a="http://schemas.openxmlformats.org/drawingml/2006/main">
              <a:ext uri="{FF2B5EF4-FFF2-40B4-BE49-F238E27FC236}">
                <a16:creationId xmlns:a16="http://schemas.microsoft.com/office/drawing/2014/main" id="{9ADA5CAC-CC58-4B24-B8E5-26EF7C73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17" y="468104"/>
            <a:ext cx="1930490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9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Game Introduction</a:t>
            </a:r>
          </a:p>
        </p:txBody>
      </p:sp>
      <p:sp>
        <p:nvSpPr>
          <p:cNvPr id="33" name="page-04-text-001-00">
            <a:extLst xmlns:a="http://schemas.openxmlformats.org/drawingml/2006/main">
              <a:ext uri="{FF2B5EF4-FFF2-40B4-BE49-F238E27FC236}">
                <a16:creationId xmlns:a16="http://schemas.microsoft.com/office/drawing/2014/main" id="{7D97E37A-4AE9-4B3F-9638-FBBF4900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992597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속성</a:t>
            </a:r>
          </a:p>
        </p:txBody>
      </p:sp>
      <p:sp>
        <p:nvSpPr>
          <p:cNvPr id="34" name="page-04-text-001-01">
            <a:extLst xmlns:a="http://schemas.openxmlformats.org/drawingml/2006/main">
              <a:ext uri="{FF2B5EF4-FFF2-40B4-BE49-F238E27FC236}">
                <a16:creationId xmlns:a16="http://schemas.microsoft.com/office/drawing/2014/main" id="{FC01819A-7A05-4F41-8484-0903D71C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992597"/>
            <a:ext cx="80925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플레이 변화</a:t>
            </a:r>
          </a:p>
        </p:txBody>
      </p:sp>
      <p:sp>
        <p:nvSpPr>
          <p:cNvPr id="35" name="page-04-text-001-02">
            <a:extLst xmlns:a="http://schemas.openxmlformats.org/drawingml/2006/main">
              <a:ext uri="{FF2B5EF4-FFF2-40B4-BE49-F238E27FC236}">
                <a16:creationId xmlns:a16="http://schemas.microsoft.com/office/drawing/2014/main" id="{D3D925AB-E82D-4646-988F-65635AE9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992597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대표 장면</a:t>
            </a:r>
          </a:p>
        </p:txBody>
      </p:sp>
      <p:sp>
        <p:nvSpPr>
          <p:cNvPr id="36" name="page-04-text-002-00">
            <a:extLst xmlns:a="http://schemas.openxmlformats.org/drawingml/2006/main">
              <a:ext uri="{FF2B5EF4-FFF2-40B4-BE49-F238E27FC236}">
                <a16:creationId xmlns:a16="http://schemas.microsoft.com/office/drawing/2014/main" id="{FEB5D9C0-A4BD-42A3-95A3-0D9DE031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1302922"/>
            <a:ext cx="184547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표면에 붙은 공이 다음 발사의</a:t>
            </a:r>
          </a:p>
        </p:txBody>
      </p:sp>
      <p:sp>
        <p:nvSpPr>
          <p:cNvPr id="37" name="page-04-text-003-00">
            <a:extLst xmlns:a="http://schemas.openxmlformats.org/drawingml/2006/main">
              <a:ext uri="{FF2B5EF4-FFF2-40B4-BE49-F238E27FC236}">
                <a16:creationId xmlns:a16="http://schemas.microsoft.com/office/drawing/2014/main" id="{0B59FF48-4BE7-4CF8-8FF5-068D20B2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1424882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점착</a:t>
            </a:r>
          </a:p>
        </p:txBody>
      </p:sp>
      <p:sp>
        <p:nvSpPr>
          <p:cNvPr id="38" name="page-04-text-003-01">
            <a:extLst xmlns:a="http://schemas.openxmlformats.org/drawingml/2006/main">
              <a:ext uri="{FF2B5EF4-FFF2-40B4-BE49-F238E27FC236}">
                <a16:creationId xmlns:a16="http://schemas.microsoft.com/office/drawing/2014/main" id="{291D41D2-1148-4F85-89A4-BCF7CBB8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1424882"/>
            <a:ext cx="205481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첫 샷을 두 번째 샷의 기물로 쓰기</a:t>
            </a:r>
          </a:p>
        </p:txBody>
      </p:sp>
      <p:sp>
        <p:nvSpPr>
          <p:cNvPr id="39" name="page-04-text-004-00">
            <a:extLst xmlns:a="http://schemas.openxmlformats.org/drawingml/2006/main">
              <a:ext uri="{FF2B5EF4-FFF2-40B4-BE49-F238E27FC236}">
                <a16:creationId xmlns:a16="http://schemas.microsoft.com/office/drawing/2014/main" id="{E53D843D-09FC-4226-9108-2D5733BD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1546842"/>
            <a:ext cx="85219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발판이 된다.</a:t>
            </a:r>
          </a:p>
        </p:txBody>
      </p:sp>
      <p:sp>
        <p:nvSpPr>
          <p:cNvPr id="40" name="page-04-text-005-00">
            <a:extLst xmlns:a="http://schemas.openxmlformats.org/drawingml/2006/main">
              <a:ext uri="{FF2B5EF4-FFF2-40B4-BE49-F238E27FC236}">
                <a16:creationId xmlns:a16="http://schemas.microsoft.com/office/drawing/2014/main" id="{0D1EC8D2-8F92-4F34-A662-F44E3FEE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1890490"/>
            <a:ext cx="197627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풍선을 터뜨려 숨어 있던 장치를</a:t>
            </a:r>
          </a:p>
        </p:txBody>
      </p:sp>
      <p:sp>
        <p:nvSpPr>
          <p:cNvPr id="41" name="page-04-text-006-00">
            <a:extLst xmlns:a="http://schemas.openxmlformats.org/drawingml/2006/main">
              <a:ext uri="{FF2B5EF4-FFF2-40B4-BE49-F238E27FC236}">
                <a16:creationId xmlns:a16="http://schemas.microsoft.com/office/drawing/2014/main" id="{B4E55360-CC25-44A7-AF13-5777B546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2012450"/>
            <a:ext cx="5078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뾰족함</a:t>
            </a:r>
          </a:p>
        </p:txBody>
      </p:sp>
      <p:sp>
        <p:nvSpPr>
          <p:cNvPr id="42" name="page-04-text-006-01">
            <a:extLst xmlns:a="http://schemas.openxmlformats.org/drawingml/2006/main">
              <a:ext uri="{FF2B5EF4-FFF2-40B4-BE49-F238E27FC236}">
                <a16:creationId xmlns:a16="http://schemas.microsoft.com/office/drawing/2014/main" id="{595AA15E-224A-4A47-B1BA-EDCD558A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2012450"/>
            <a:ext cx="209352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속성 → 풍선 → 스위치 → 문 연쇄</a:t>
            </a:r>
          </a:p>
        </p:txBody>
      </p:sp>
      <p:sp>
        <p:nvSpPr>
          <p:cNvPr id="43" name="page-04-text-007-00">
            <a:extLst xmlns:a="http://schemas.openxmlformats.org/drawingml/2006/main">
              <a:ext uri="{FF2B5EF4-FFF2-40B4-BE49-F238E27FC236}">
                <a16:creationId xmlns:a16="http://schemas.microsoft.com/office/drawing/2014/main" id="{947F63AD-77CE-4B2C-A194-ED289438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2134410"/>
            <a:ext cx="68196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드러낸다.</a:t>
            </a:r>
          </a:p>
        </p:txBody>
      </p:sp>
      <p:sp>
        <p:nvSpPr>
          <p:cNvPr id="44" name="page-04-text-008-00">
            <a:extLst xmlns:a="http://schemas.openxmlformats.org/drawingml/2006/main">
              <a:ext uri="{FF2B5EF4-FFF2-40B4-BE49-F238E27FC236}">
                <a16:creationId xmlns:a16="http://schemas.microsoft.com/office/drawing/2014/main" id="{B631EA79-077B-445F-81E0-B8E797FE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671543"/>
            <a:ext cx="3508680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3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3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 실패해도 발견은 남고, 섬은 복구된다</a:t>
            </a:r>
          </a:p>
        </p:txBody>
      </p:sp>
      <p:sp>
        <p:nvSpPr>
          <p:cNvPr id="45" name="page-04-text-009-00">
            <a:extLst xmlns:a="http://schemas.openxmlformats.org/drawingml/2006/main">
              <a:ext uri="{FF2B5EF4-FFF2-40B4-BE49-F238E27FC236}">
                <a16:creationId xmlns:a16="http://schemas.microsoft.com/office/drawing/2014/main" id="{6F4BB986-E538-41E0-ACA0-20867220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168531"/>
            <a:ext cx="580338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각 스테이지에는 클리어와 별개의 발견 0/3 목표가 있다. 실제 물리 사건이 발생하면 홀에 들어가지</a:t>
            </a:r>
          </a:p>
        </p:txBody>
      </p:sp>
      <p:sp>
        <p:nvSpPr>
          <p:cNvPr id="46" name="page-04-text-010-00">
            <a:extLst xmlns:a="http://schemas.openxmlformats.org/drawingml/2006/main">
              <a:ext uri="{FF2B5EF4-FFF2-40B4-BE49-F238E27FC236}">
                <a16:creationId xmlns:a16="http://schemas.microsoft.com/office/drawing/2014/main" id="{292373A8-A07A-4D16-9109-6631F5A0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433413"/>
            <a:ext cx="42016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못해도 기록된다. 플레이어는 실패에서도 ‘이번에 알아낸 것’을 얻는다.</a:t>
            </a:r>
          </a:p>
        </p:txBody>
      </p:sp>
      <p:sp>
        <p:nvSpPr>
          <p:cNvPr id="47" name="page-04-text-011-00">
            <a:extLst xmlns:a="http://schemas.openxmlformats.org/drawingml/2006/main">
              <a:ext uri="{FF2B5EF4-FFF2-40B4-BE49-F238E27FC236}">
                <a16:creationId xmlns:a16="http://schemas.microsoft.com/office/drawing/2014/main" id="{F73958E7-D910-451B-B29D-F971D4C4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774520"/>
            <a:ext cx="57872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발견이 쌓이면 지도의 관측소·등대·다리가 폐허에서 복구 상태로 바뀐다. 복구 순간에는 시설의 큰</a:t>
            </a:r>
          </a:p>
        </p:txBody>
      </p:sp>
      <p:sp>
        <p:nvSpPr>
          <p:cNvPr id="48" name="page-04-text-012-00">
            <a:extLst xmlns:a="http://schemas.openxmlformats.org/drawingml/2006/main">
              <a:ext uri="{FF2B5EF4-FFF2-40B4-BE49-F238E27FC236}">
                <a16:creationId xmlns:a16="http://schemas.microsoft.com/office/drawing/2014/main" id="{8486D9A5-6D9F-4864-8BED-8C6FD3DF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4039403"/>
            <a:ext cx="262443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실루엣과 새로 열린 지원을 함께 보여 준다.</a:t>
            </a:r>
          </a:p>
        </p:txBody>
      </p:sp>
      <p:sp>
        <p:nvSpPr>
          <p:cNvPr id="49" name="page-04-text-013-00">
            <a:extLst xmlns:a="http://schemas.openxmlformats.org/drawingml/2006/main">
              <a:ext uri="{FF2B5EF4-FFF2-40B4-BE49-F238E27FC236}">
                <a16:creationId xmlns:a16="http://schemas.microsoft.com/office/drawing/2014/main" id="{2CD87CE9-33BD-4BBB-8572-32929EEE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434160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시설</a:t>
            </a:r>
          </a:p>
        </p:txBody>
      </p:sp>
      <p:sp>
        <p:nvSpPr>
          <p:cNvPr id="50" name="page-04-text-013-01">
            <a:extLst xmlns:a="http://schemas.openxmlformats.org/drawingml/2006/main">
              <a:ext uri="{FF2B5EF4-FFF2-40B4-BE49-F238E27FC236}">
                <a16:creationId xmlns:a16="http://schemas.microsoft.com/office/drawing/2014/main" id="{032DC1E7-9FD0-423A-978C-4BEB45F3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4434160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조건</a:t>
            </a:r>
          </a:p>
        </p:txBody>
      </p:sp>
      <p:sp>
        <p:nvSpPr>
          <p:cNvPr id="51" name="page-04-text-013-02">
            <a:extLst xmlns:a="http://schemas.openxmlformats.org/drawingml/2006/main">
              <a:ext uri="{FF2B5EF4-FFF2-40B4-BE49-F238E27FC236}">
                <a16:creationId xmlns:a16="http://schemas.microsoft.com/office/drawing/2014/main" id="{B36A96F6-5AC3-4B91-8218-47C44752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4434160"/>
            <a:ext cx="94061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7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27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해금되는 기능</a:t>
            </a:r>
          </a:p>
        </p:txBody>
      </p:sp>
      <p:sp>
        <p:nvSpPr>
          <p:cNvPr id="52" name="page-04-text-014-00">
            <a:extLst xmlns:a="http://schemas.openxmlformats.org/drawingml/2006/main">
              <a:ext uri="{FF2B5EF4-FFF2-40B4-BE49-F238E27FC236}">
                <a16:creationId xmlns:a16="http://schemas.microsoft.com/office/drawing/2014/main" id="{F226533E-04D5-4C12-8970-3C357C2A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4744485"/>
            <a:ext cx="244833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실패 원인과 충돌 순서를 더 자세히 보여</a:t>
            </a:r>
          </a:p>
        </p:txBody>
      </p:sp>
      <p:sp>
        <p:nvSpPr>
          <p:cNvPr id="53" name="page-04-text-015-00">
            <a:extLst xmlns:a="http://schemas.openxmlformats.org/drawingml/2006/main">
              <a:ext uri="{FF2B5EF4-FFF2-40B4-BE49-F238E27FC236}">
                <a16:creationId xmlns:a16="http://schemas.microsoft.com/office/drawing/2014/main" id="{2BAEF270-0880-4A4E-9BC2-D271B3A1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866445"/>
            <a:ext cx="5078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관측소</a:t>
            </a:r>
          </a:p>
        </p:txBody>
      </p:sp>
      <p:sp>
        <p:nvSpPr>
          <p:cNvPr id="54" name="page-04-text-015-01">
            <a:extLst xmlns:a="http://schemas.openxmlformats.org/drawingml/2006/main">
              <a:ext uri="{FF2B5EF4-FFF2-40B4-BE49-F238E27FC236}">
                <a16:creationId xmlns:a16="http://schemas.microsoft.com/office/drawing/2014/main" id="{AC6505F9-C8EF-49A8-8090-EB78F03F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4866445"/>
            <a:ext cx="63186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발견 3개</a:t>
            </a:r>
          </a:p>
        </p:txBody>
      </p:sp>
      <p:sp>
        <p:nvSpPr>
          <p:cNvPr id="55" name="page-04-text-016-00">
            <a:extLst xmlns:a="http://schemas.openxmlformats.org/drawingml/2006/main">
              <a:ext uri="{FF2B5EF4-FFF2-40B4-BE49-F238E27FC236}">
                <a16:creationId xmlns:a16="http://schemas.microsoft.com/office/drawing/2014/main" id="{D70AB2CD-4599-4B1E-AC25-19FDF28F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4988405"/>
            <a:ext cx="41898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준다.</a:t>
            </a:r>
          </a:p>
        </p:txBody>
      </p:sp>
      <p:sp>
        <p:nvSpPr>
          <p:cNvPr id="56" name="page-04-text-017-00">
            <a:extLst xmlns:a="http://schemas.openxmlformats.org/drawingml/2006/main">
              <a:ext uri="{FF2B5EF4-FFF2-40B4-BE49-F238E27FC236}">
                <a16:creationId xmlns:a16="http://schemas.microsoft.com/office/drawing/2014/main" id="{E1EFD309-EF9D-49DD-9119-5F869762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332053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등대</a:t>
            </a:r>
          </a:p>
        </p:txBody>
      </p:sp>
      <p:sp>
        <p:nvSpPr>
          <p:cNvPr id="57" name="page-04-text-017-01">
            <a:extLst xmlns:a="http://schemas.openxmlformats.org/drawingml/2006/main">
              <a:ext uri="{FF2B5EF4-FFF2-40B4-BE49-F238E27FC236}">
                <a16:creationId xmlns:a16="http://schemas.microsoft.com/office/drawing/2014/main" id="{01E7A826-3BC4-450C-BE88-2C25EC3A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5332053"/>
            <a:ext cx="63186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발견 9개</a:t>
            </a:r>
          </a:p>
        </p:txBody>
      </p:sp>
      <p:sp>
        <p:nvSpPr>
          <p:cNvPr id="58" name="page-04-text-017-02">
            <a:extLst xmlns:a="http://schemas.openxmlformats.org/drawingml/2006/main">
              <a:ext uri="{FF2B5EF4-FFF2-40B4-BE49-F238E27FC236}">
                <a16:creationId xmlns:a16="http://schemas.microsoft.com/office/drawing/2014/main" id="{FADBB8FF-97B5-49B5-B995-4B1FCEF5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5332053"/>
            <a:ext cx="251326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각 스테이지의 L1 팁을 실패 전부터 연다.</a:t>
            </a:r>
          </a:p>
        </p:txBody>
      </p:sp>
      <p:sp>
        <p:nvSpPr>
          <p:cNvPr id="59" name="page-04-text-018-00">
            <a:extLst xmlns:a="http://schemas.openxmlformats.org/drawingml/2006/main">
              <a:ext uri="{FF2B5EF4-FFF2-40B4-BE49-F238E27FC236}">
                <a16:creationId xmlns:a16="http://schemas.microsoft.com/office/drawing/2014/main" id="{01A93D36-8127-48AF-B279-9D76C6EE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675701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다리</a:t>
            </a:r>
          </a:p>
        </p:txBody>
      </p:sp>
      <p:sp>
        <p:nvSpPr>
          <p:cNvPr id="60" name="page-04-text-018-01">
            <a:extLst xmlns:a="http://schemas.openxmlformats.org/drawingml/2006/main">
              <a:ext uri="{FF2B5EF4-FFF2-40B4-BE49-F238E27FC236}">
                <a16:creationId xmlns:a16="http://schemas.microsoft.com/office/drawing/2014/main" id="{36DA7166-93C3-4765-B610-8EDAB07A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5675701"/>
            <a:ext cx="71635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발견 15개</a:t>
            </a:r>
          </a:p>
        </p:txBody>
      </p:sp>
      <p:sp>
        <p:nvSpPr>
          <p:cNvPr id="61" name="page-04-text-018-02">
            <a:extLst xmlns:a="http://schemas.openxmlformats.org/drawingml/2006/main">
              <a:ext uri="{FF2B5EF4-FFF2-40B4-BE49-F238E27FC236}">
                <a16:creationId xmlns:a16="http://schemas.microsoft.com/office/drawing/2014/main" id="{29D5AB41-7871-45F7-909B-0A0CCC0D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5675701"/>
            <a:ext cx="244593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각 런에 속성 복사 코어 1개를 보급한다.</a:t>
            </a:r>
          </a:p>
        </p:txBody>
      </p:sp>
      <p:sp>
        <p:nvSpPr>
          <p:cNvPr id="62" name="page-04-text-019-00">
            <a:extLst xmlns:a="http://schemas.openxmlformats.org/drawingml/2006/main">
              <a:ext uri="{FF2B5EF4-FFF2-40B4-BE49-F238E27FC236}">
                <a16:creationId xmlns:a16="http://schemas.microsoft.com/office/drawing/2014/main" id="{06E016BF-DA61-4DBB-A651-A8CAAFCE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687" y="10058009"/>
            <a:ext cx="227929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3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63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Game Introduction · Page 4</a:t>
            </a:r>
          </a:p>
        </p:txBody>
      </p:sp>
    </p:spTree>
    <p:extLst>
      <p:ext uri="{BB962C8B-B14F-4D97-AF65-F5344CB8AC3E}">
        <p14:creationId xmlns:p14="http://schemas.microsoft.com/office/powerpoint/2010/main" val="7366789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age-05-rect-000">
            <a:extLst xmlns:a="http://schemas.openxmlformats.org/drawingml/2006/main">
              <a:ext uri="{FF2B5EF4-FFF2-40B4-BE49-F238E27FC236}">
                <a16:creationId xmlns:a16="http://schemas.microsoft.com/office/drawing/2014/main" id="{FDABBE66-2090-41B8-AEFF-80DEA41B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591467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5-rect-001">
            <a:extLst xmlns:a="http://schemas.openxmlformats.org/drawingml/2006/main">
              <a:ext uri="{FF2B5EF4-FFF2-40B4-BE49-F238E27FC236}">
                <a16:creationId xmlns:a16="http://schemas.microsoft.com/office/drawing/2014/main" id="{D72F3E3B-EFF3-4C99-A052-FC7038C6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6591467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5-rect-002">
            <a:extLst xmlns:a="http://schemas.openxmlformats.org/drawingml/2006/main">
              <a:ext uri="{FF2B5EF4-FFF2-40B4-BE49-F238E27FC236}">
                <a16:creationId xmlns:a16="http://schemas.microsoft.com/office/drawing/2014/main" id="{443AE323-D765-41E7-A2ED-9A935FD5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6591467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-rect-003">
            <a:extLst xmlns:a="http://schemas.openxmlformats.org/drawingml/2006/main">
              <a:ext uri="{FF2B5EF4-FFF2-40B4-BE49-F238E27FC236}">
                <a16:creationId xmlns:a16="http://schemas.microsoft.com/office/drawing/2014/main" id="{B1148A10-3BB0-451C-8A1B-BA097712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591467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5-rect-004">
            <a:extLst xmlns:a="http://schemas.openxmlformats.org/drawingml/2006/main">
              <a:ext uri="{FF2B5EF4-FFF2-40B4-BE49-F238E27FC236}">
                <a16:creationId xmlns:a16="http://schemas.microsoft.com/office/drawing/2014/main" id="{BBCEE70D-C0D1-4866-BAEE-5F1C7AAE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6591467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5-rect-005">
            <a:extLst xmlns:a="http://schemas.openxmlformats.org/drawingml/2006/main">
              <a:ext uri="{FF2B5EF4-FFF2-40B4-BE49-F238E27FC236}">
                <a16:creationId xmlns:a16="http://schemas.microsoft.com/office/drawing/2014/main" id="{BF0328B4-4A68-4BD3-9715-6D06DD67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6591467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5-line-000">
            <a:extLst xmlns:a="http://schemas.openxmlformats.org/drawingml/2006/main">
              <a:ext uri="{FF2B5EF4-FFF2-40B4-BE49-F238E27FC236}">
                <a16:creationId xmlns:a16="http://schemas.microsoft.com/office/drawing/2014/main" id="{3F0506F5-5D4C-46D6-AC39-70B643DE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6594643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8" name="page-05-line-001">
            <a:extLst xmlns:a="http://schemas.openxmlformats.org/drawingml/2006/main">
              <a:ext uri="{FF2B5EF4-FFF2-40B4-BE49-F238E27FC236}">
                <a16:creationId xmlns:a16="http://schemas.microsoft.com/office/drawing/2014/main" id="{802808CD-2E0D-46C8-BB47-4F88D5F8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6902084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9" name="page-05-line-002">
            <a:extLst xmlns:a="http://schemas.openxmlformats.org/drawingml/2006/main">
              <a:ext uri="{FF2B5EF4-FFF2-40B4-BE49-F238E27FC236}">
                <a16:creationId xmlns:a16="http://schemas.microsoft.com/office/drawing/2014/main" id="{ACECA3F5-2FBA-4D4E-AE56-8F5FE8A2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245097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0" name="page-05-line-003">
            <a:extLst xmlns:a="http://schemas.openxmlformats.org/drawingml/2006/main">
              <a:ext uri="{FF2B5EF4-FFF2-40B4-BE49-F238E27FC236}">
                <a16:creationId xmlns:a16="http://schemas.microsoft.com/office/drawing/2014/main" id="{8AFCEE11-CA4C-431C-BA40-84C002D9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589380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1" name="page-05-line-004">
            <a:extLst xmlns:a="http://schemas.openxmlformats.org/drawingml/2006/main">
              <a:ext uri="{FF2B5EF4-FFF2-40B4-BE49-F238E27FC236}">
                <a16:creationId xmlns:a16="http://schemas.microsoft.com/office/drawing/2014/main" id="{2CC6801D-C45B-44AF-9019-ED5253A1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932393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2" name="page-05-line-005">
            <a:extLst xmlns:a="http://schemas.openxmlformats.org/drawingml/2006/main">
              <a:ext uri="{FF2B5EF4-FFF2-40B4-BE49-F238E27FC236}">
                <a16:creationId xmlns:a16="http://schemas.microsoft.com/office/drawing/2014/main" id="{14AEF185-00F1-4B9B-85DA-F531E47E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276676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3" name="page-05-line-006">
            <a:extLst xmlns:a="http://schemas.openxmlformats.org/drawingml/2006/main">
              <a:ext uri="{FF2B5EF4-FFF2-40B4-BE49-F238E27FC236}">
                <a16:creationId xmlns:a16="http://schemas.microsoft.com/office/drawing/2014/main" id="{68A0D520-D5D8-4D64-ABC7-4A241FD5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8863610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4" name="page-05-line-007">
            <a:extLst xmlns:a="http://schemas.openxmlformats.org/drawingml/2006/main">
              <a:ext uri="{FF2B5EF4-FFF2-40B4-BE49-F238E27FC236}">
                <a16:creationId xmlns:a16="http://schemas.microsoft.com/office/drawing/2014/main" id="{A24E4257-4C4D-4BF8-BAB0-18DA9C3E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591467"/>
            <a:ext cx="9525" cy="227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5" name="page-05-line-008">
            <a:extLst xmlns:a="http://schemas.openxmlformats.org/drawingml/2006/main">
              <a:ext uri="{FF2B5EF4-FFF2-40B4-BE49-F238E27FC236}">
                <a16:creationId xmlns:a16="http://schemas.microsoft.com/office/drawing/2014/main" id="{EFAD3347-A1CC-47CA-9C3D-52281402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6597819"/>
            <a:ext cx="9525" cy="22626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6" name="page-05-line-009">
            <a:extLst xmlns:a="http://schemas.openxmlformats.org/drawingml/2006/main">
              <a:ext uri="{FF2B5EF4-FFF2-40B4-BE49-F238E27FC236}">
                <a16:creationId xmlns:a16="http://schemas.microsoft.com/office/drawing/2014/main" id="{744E82D4-9FA8-4979-9F95-BD31F637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6597819"/>
            <a:ext cx="9525" cy="22626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7" name="page-05-line-010">
            <a:extLst xmlns:a="http://schemas.openxmlformats.org/drawingml/2006/main">
              <a:ext uri="{FF2B5EF4-FFF2-40B4-BE49-F238E27FC236}">
                <a16:creationId xmlns:a16="http://schemas.microsoft.com/office/drawing/2014/main" id="{640E692C-68E5-45A5-BD4B-2D99B248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6591467"/>
            <a:ext cx="9525" cy="227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8" name="page-05-line-011">
            <a:extLst xmlns:a="http://schemas.openxmlformats.org/drawingml/2006/main">
              <a:ext uri="{FF2B5EF4-FFF2-40B4-BE49-F238E27FC236}">
                <a16:creationId xmlns:a16="http://schemas.microsoft.com/office/drawing/2014/main" id="{89B92287-F28D-4869-8DBA-D3D54864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9" name="page-05-line-012">
            <a:extLst xmlns:a="http://schemas.openxmlformats.org/drawingml/2006/main">
              <a:ext uri="{FF2B5EF4-FFF2-40B4-BE49-F238E27FC236}">
                <a16:creationId xmlns:a16="http://schemas.microsoft.com/office/drawing/2014/main" id="{84B378C9-2B60-4BFA-B364-2BD7094F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95eb6fddc474f"/>
          <a:srcRect xmlns:a="http://schemas.openxmlformats.org/drawingml/2006/main" l="116" t="0" r="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6626" y="914593"/>
            <a:ext cx="2149548" cy="4652272"/>
          </a:xfrm>
          <a:prstGeom xmlns:a="http://schemas.openxmlformats.org/drawingml/2006/main" prst="rect">
            <a:avLst/>
          </a:prstGeom>
        </p:spPr>
      </p:pic>
      <p:sp>
        <p:nvSpPr>
          <p:cNvPr id="21" name="page-05-text-000-00">
            <a:extLst xmlns:a="http://schemas.openxmlformats.org/drawingml/2006/main">
              <a:ext uri="{FF2B5EF4-FFF2-40B4-BE49-F238E27FC236}">
                <a16:creationId xmlns:a16="http://schemas.microsoft.com/office/drawing/2014/main" id="{B6FD6894-DF71-4A74-B7C3-107497F6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17" y="468104"/>
            <a:ext cx="1930490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9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Game Introduction</a:t>
            </a:r>
          </a:p>
        </p:txBody>
      </p:sp>
      <p:sp>
        <p:nvSpPr>
          <p:cNvPr id="22" name="page-05-text-001-00">
            <a:extLst xmlns:a="http://schemas.openxmlformats.org/drawingml/2006/main">
              <a:ext uri="{FF2B5EF4-FFF2-40B4-BE49-F238E27FC236}">
                <a16:creationId xmlns:a16="http://schemas.microsoft.com/office/drawing/2014/main" id="{15711325-1260-480F-8C38-804A33AD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758" y="5662489"/>
            <a:ext cx="1886883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2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62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섬 지도에서 확인하는 발견과 복구 진행</a:t>
            </a:r>
          </a:p>
        </p:txBody>
      </p:sp>
      <p:sp>
        <p:nvSpPr>
          <p:cNvPr id="23" name="page-05-text-002-00">
            <a:extLst xmlns:a="http://schemas.openxmlformats.org/drawingml/2006/main">
              <a:ext uri="{FF2B5EF4-FFF2-40B4-BE49-F238E27FC236}">
                <a16:creationId xmlns:a16="http://schemas.microsoft.com/office/drawing/2014/main" id="{744C5848-8030-4D1D-82D8-2917BBF3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118188"/>
            <a:ext cx="4383947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34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34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4. 10단계에서 배우고, 다른 목표로 다시 풀이한다</a:t>
            </a:r>
          </a:p>
        </p:txBody>
      </p:sp>
      <p:sp>
        <p:nvSpPr>
          <p:cNvPr id="24" name="page-05-text-003-00">
            <a:extLst xmlns:a="http://schemas.openxmlformats.org/drawingml/2006/main">
              <a:ext uri="{FF2B5EF4-FFF2-40B4-BE49-F238E27FC236}">
                <a16:creationId xmlns:a16="http://schemas.microsoft.com/office/drawing/2014/main" id="{7A12DE58-9D89-4C8E-806A-0FAB27AB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668825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구간</a:t>
            </a:r>
          </a:p>
        </p:txBody>
      </p:sp>
      <p:sp>
        <p:nvSpPr>
          <p:cNvPr id="25" name="page-05-text-003-01">
            <a:extLst xmlns:a="http://schemas.openxmlformats.org/drawingml/2006/main">
              <a:ext uri="{FF2B5EF4-FFF2-40B4-BE49-F238E27FC236}">
                <a16:creationId xmlns:a16="http://schemas.microsoft.com/office/drawing/2014/main" id="{36076E3B-1235-4B98-9C21-A085E829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6668825"/>
            <a:ext cx="111124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1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새로 배우는 규칙</a:t>
            </a:r>
          </a:p>
        </p:txBody>
      </p:sp>
      <p:sp>
        <p:nvSpPr>
          <p:cNvPr id="26" name="page-05-text-003-02">
            <a:extLst xmlns:a="http://schemas.openxmlformats.org/drawingml/2006/main">
              <a:ext uri="{FF2B5EF4-FFF2-40B4-BE49-F238E27FC236}">
                <a16:creationId xmlns:a16="http://schemas.microsoft.com/office/drawing/2014/main" id="{CF6BB5FB-71CE-43CB-8C75-108E63AB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6668825"/>
            <a:ext cx="150477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5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05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플레이어가 만드는 변화</a:t>
            </a:r>
          </a:p>
        </p:txBody>
      </p:sp>
      <p:sp>
        <p:nvSpPr>
          <p:cNvPr id="27" name="page-05-text-004-00">
            <a:extLst xmlns:a="http://schemas.openxmlformats.org/drawingml/2006/main">
              <a:ext uri="{FF2B5EF4-FFF2-40B4-BE49-F238E27FC236}">
                <a16:creationId xmlns:a16="http://schemas.microsoft.com/office/drawing/2014/main" id="{E8A32B8F-2D62-4F37-9B97-837DDAAD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979150"/>
            <a:ext cx="60259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1–2단계</a:t>
            </a:r>
          </a:p>
        </p:txBody>
      </p:sp>
      <p:sp>
        <p:nvSpPr>
          <p:cNvPr id="28" name="page-05-text-004-01">
            <a:extLst xmlns:a="http://schemas.openxmlformats.org/drawingml/2006/main">
              <a:ext uri="{FF2B5EF4-FFF2-40B4-BE49-F238E27FC236}">
                <a16:creationId xmlns:a16="http://schemas.microsoft.com/office/drawing/2014/main" id="{FA075E77-8113-41EB-B3FB-53C07E7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6979150"/>
            <a:ext cx="81031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무거움·탄성</a:t>
            </a:r>
          </a:p>
        </p:txBody>
      </p:sp>
      <p:sp>
        <p:nvSpPr>
          <p:cNvPr id="29" name="page-05-text-004-02">
            <a:extLst xmlns:a="http://schemas.openxmlformats.org/drawingml/2006/main">
              <a:ext uri="{FF2B5EF4-FFF2-40B4-BE49-F238E27FC236}">
                <a16:creationId xmlns:a16="http://schemas.microsoft.com/office/drawing/2014/main" id="{C0F39B0B-10AD-4539-9D44-0DD03B86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6979150"/>
            <a:ext cx="219121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상자를 밀고 벽 반사 경로를 만든다.</a:t>
            </a:r>
          </a:p>
        </p:txBody>
      </p:sp>
      <p:sp>
        <p:nvSpPr>
          <p:cNvPr id="30" name="page-05-text-005-00">
            <a:extLst xmlns:a="http://schemas.openxmlformats.org/drawingml/2006/main">
              <a:ext uri="{FF2B5EF4-FFF2-40B4-BE49-F238E27FC236}">
                <a16:creationId xmlns:a16="http://schemas.microsoft.com/office/drawing/2014/main" id="{B3948D3D-D833-4765-B64B-2C625187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322799"/>
            <a:ext cx="60259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3–4단계</a:t>
            </a:r>
          </a:p>
        </p:txBody>
      </p:sp>
      <p:sp>
        <p:nvSpPr>
          <p:cNvPr id="31" name="page-05-text-005-01">
            <a:extLst xmlns:a="http://schemas.openxmlformats.org/drawingml/2006/main">
              <a:ext uri="{FF2B5EF4-FFF2-40B4-BE49-F238E27FC236}">
                <a16:creationId xmlns:a16="http://schemas.microsoft.com/office/drawing/2014/main" id="{31D6A49A-AE0B-4B95-A567-99AA653F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7322799"/>
            <a:ext cx="141503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스위치·문·뾰족함·풍선</a:t>
            </a:r>
          </a:p>
        </p:txBody>
      </p:sp>
      <p:sp>
        <p:nvSpPr>
          <p:cNvPr id="32" name="page-05-text-005-02">
            <a:extLst xmlns:a="http://schemas.openxmlformats.org/drawingml/2006/main">
              <a:ext uri="{FF2B5EF4-FFF2-40B4-BE49-F238E27FC236}">
                <a16:creationId xmlns:a16="http://schemas.microsoft.com/office/drawing/2014/main" id="{85730881-0E5B-44EC-BA82-3E11514C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7322799"/>
            <a:ext cx="185011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원인과 결과의 순서를 읽는다.</a:t>
            </a:r>
          </a:p>
        </p:txBody>
      </p:sp>
      <p:sp>
        <p:nvSpPr>
          <p:cNvPr id="33" name="page-05-text-006-00">
            <a:extLst xmlns:a="http://schemas.openxmlformats.org/drawingml/2006/main">
              <a:ext uri="{FF2B5EF4-FFF2-40B4-BE49-F238E27FC236}">
                <a16:creationId xmlns:a16="http://schemas.microsoft.com/office/drawing/2014/main" id="{9D912AB1-BF0B-48EA-9BA6-64A6C176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666447"/>
            <a:ext cx="60259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5–6단계</a:t>
            </a:r>
          </a:p>
        </p:txBody>
      </p:sp>
      <p:sp>
        <p:nvSpPr>
          <p:cNvPr id="34" name="page-05-text-006-01">
            <a:extLst xmlns:a="http://schemas.openxmlformats.org/drawingml/2006/main">
              <a:ext uri="{FF2B5EF4-FFF2-40B4-BE49-F238E27FC236}">
                <a16:creationId xmlns:a16="http://schemas.microsoft.com/office/drawing/2014/main" id="{C6DF68BE-7A91-4DBC-8639-C4285CE1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7666447"/>
            <a:ext cx="141402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비워진 원본·파워 발판</a:t>
            </a:r>
          </a:p>
        </p:txBody>
      </p:sp>
      <p:sp>
        <p:nvSpPr>
          <p:cNvPr id="35" name="page-05-text-006-02">
            <a:extLst xmlns:a="http://schemas.openxmlformats.org/drawingml/2006/main">
              <a:ext uri="{FF2B5EF4-FFF2-40B4-BE49-F238E27FC236}">
                <a16:creationId xmlns:a16="http://schemas.microsoft.com/office/drawing/2014/main" id="{520542B2-9D5F-45DC-B28F-46FD5583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7666447"/>
            <a:ext cx="198159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속도와 원본 상태를 재활용한다.</a:t>
            </a:r>
          </a:p>
        </p:txBody>
      </p:sp>
      <p:sp>
        <p:nvSpPr>
          <p:cNvPr id="36" name="page-05-text-007-00">
            <a:extLst xmlns:a="http://schemas.openxmlformats.org/drawingml/2006/main">
              <a:ext uri="{FF2B5EF4-FFF2-40B4-BE49-F238E27FC236}">
                <a16:creationId xmlns:a16="http://schemas.microsoft.com/office/drawing/2014/main" id="{48275B8E-AEAF-4222-B379-5A9284D8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010095"/>
            <a:ext cx="60259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7–8단계</a:t>
            </a:r>
          </a:p>
        </p:txBody>
      </p:sp>
      <p:sp>
        <p:nvSpPr>
          <p:cNvPr id="37" name="page-05-text-007-01">
            <a:extLst xmlns:a="http://schemas.openxmlformats.org/drawingml/2006/main">
              <a:ext uri="{FF2B5EF4-FFF2-40B4-BE49-F238E27FC236}">
                <a16:creationId xmlns:a16="http://schemas.microsoft.com/office/drawing/2014/main" id="{E734747E-A017-4DC4-8D74-DF0BA642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8010095"/>
            <a:ext cx="115168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잔류 공·다중 연쇄</a:t>
            </a:r>
          </a:p>
        </p:txBody>
      </p:sp>
      <p:sp>
        <p:nvSpPr>
          <p:cNvPr id="38" name="page-05-text-007-02">
            <a:extLst xmlns:a="http://schemas.openxmlformats.org/drawingml/2006/main">
              <a:ext uri="{FF2B5EF4-FFF2-40B4-BE49-F238E27FC236}">
                <a16:creationId xmlns:a16="http://schemas.microsoft.com/office/drawing/2014/main" id="{BBFF9044-853A-4562-A903-EF8D9224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8010095"/>
            <a:ext cx="232207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첫 공을 다음 성공의 조건으로 바꾼다.</a:t>
            </a:r>
          </a:p>
        </p:txBody>
      </p:sp>
      <p:sp>
        <p:nvSpPr>
          <p:cNvPr id="39" name="page-05-text-008-00">
            <a:extLst xmlns:a="http://schemas.openxmlformats.org/drawingml/2006/main">
              <a:ext uri="{FF2B5EF4-FFF2-40B4-BE49-F238E27FC236}">
                <a16:creationId xmlns:a16="http://schemas.microsoft.com/office/drawing/2014/main" id="{F12FF554-FE90-44B3-AB35-E7ED21DD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8353743"/>
            <a:ext cx="197627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누적된 장면 상태로 복수 해법을</a:t>
            </a:r>
          </a:p>
        </p:txBody>
      </p:sp>
      <p:sp>
        <p:nvSpPr>
          <p:cNvPr id="40" name="page-05-text-009-00">
            <a:extLst xmlns:a="http://schemas.openxmlformats.org/drawingml/2006/main">
              <a:ext uri="{FF2B5EF4-FFF2-40B4-BE49-F238E27FC236}">
                <a16:creationId xmlns:a16="http://schemas.microsoft.com/office/drawing/2014/main" id="{F5D38142-1B02-4460-9797-C66899F0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475703"/>
            <a:ext cx="68708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9–10단계</a:t>
            </a:r>
          </a:p>
        </p:txBody>
      </p:sp>
      <p:sp>
        <p:nvSpPr>
          <p:cNvPr id="41" name="page-05-text-009-01">
            <a:extLst xmlns:a="http://schemas.openxmlformats.org/drawingml/2006/main">
              <a:ext uri="{FF2B5EF4-FFF2-40B4-BE49-F238E27FC236}">
                <a16:creationId xmlns:a16="http://schemas.microsoft.com/office/drawing/2014/main" id="{7A9B3EE6-5D3A-493F-821F-F209A3D4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8475703"/>
            <a:ext cx="141402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회전 반사판·규칙 통합</a:t>
            </a:r>
          </a:p>
        </p:txBody>
      </p:sp>
      <p:sp>
        <p:nvSpPr>
          <p:cNvPr id="42" name="page-05-text-010-00">
            <a:extLst xmlns:a="http://schemas.openxmlformats.org/drawingml/2006/main">
              <a:ext uri="{FF2B5EF4-FFF2-40B4-BE49-F238E27FC236}">
                <a16:creationId xmlns:a16="http://schemas.microsoft.com/office/drawing/2014/main" id="{E03EC06C-D80A-4D0B-AF91-5DB45C71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8597663"/>
            <a:ext cx="81344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최적화한다.</a:t>
            </a:r>
          </a:p>
        </p:txBody>
      </p:sp>
      <p:sp>
        <p:nvSpPr>
          <p:cNvPr id="43" name="page-05-text-011-00">
            <a:extLst xmlns:a="http://schemas.openxmlformats.org/drawingml/2006/main">
              <a:ext uri="{FF2B5EF4-FFF2-40B4-BE49-F238E27FC236}">
                <a16:creationId xmlns:a16="http://schemas.microsoft.com/office/drawing/2014/main" id="{56AEBEC1-0376-428B-A1B8-1DE52D6E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8890495"/>
            <a:ext cx="562359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현재 빌드는 10단계 × 4패턴, 총 40개 퍼즐을 갖춘다. 발견·파·선택 도전·해법 도장으로 재도전</a:t>
            </a:r>
          </a:p>
        </p:txBody>
      </p:sp>
      <p:sp>
        <p:nvSpPr>
          <p:cNvPr id="44" name="page-05-text-012-00">
            <a:extLst xmlns:a="http://schemas.openxmlformats.org/drawingml/2006/main">
              <a:ext uri="{FF2B5EF4-FFF2-40B4-BE49-F238E27FC236}">
                <a16:creationId xmlns:a16="http://schemas.microsoft.com/office/drawing/2014/main" id="{5E1B675E-574C-479F-B00E-26E449CA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9155377"/>
            <a:ext cx="564213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목표를 바꾼다. 3단계 탐사, 오늘의 도전, 4주 순환 실험은 짧은 세션으로 다시 플레이할 이유를</a:t>
            </a:r>
          </a:p>
        </p:txBody>
      </p:sp>
      <p:sp>
        <p:nvSpPr>
          <p:cNvPr id="45" name="page-05-text-013-00">
            <a:extLst xmlns:a="http://schemas.openxmlformats.org/drawingml/2006/main">
              <a:ext uri="{FF2B5EF4-FFF2-40B4-BE49-F238E27FC236}">
                <a16:creationId xmlns:a16="http://schemas.microsoft.com/office/drawing/2014/main" id="{A27A16F5-0E97-4EBC-8280-140F70DE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9420259"/>
            <a:ext cx="68196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제공한다.</a:t>
            </a:r>
          </a:p>
        </p:txBody>
      </p:sp>
      <p:sp>
        <p:nvSpPr>
          <p:cNvPr id="46" name="page-05-text-014-00">
            <a:extLst xmlns:a="http://schemas.openxmlformats.org/drawingml/2006/main">
              <a:ext uri="{FF2B5EF4-FFF2-40B4-BE49-F238E27FC236}">
                <a16:creationId xmlns:a16="http://schemas.microsoft.com/office/drawing/2014/main" id="{3523F35D-A26A-4F90-BCE1-A1D571BC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687" y="10058009"/>
            <a:ext cx="227929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3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63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Game Introduction · Page 5</a:t>
            </a:r>
          </a:p>
        </p:txBody>
      </p:sp>
    </p:spTree>
    <p:extLst>
      <p:ext uri="{BB962C8B-B14F-4D97-AF65-F5344CB8AC3E}">
        <p14:creationId xmlns:p14="http://schemas.microsoft.com/office/powerpoint/2010/main" val="1013843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page-06-rect-000">
            <a:extLst xmlns:a="http://schemas.openxmlformats.org/drawingml/2006/main">
              <a:ext uri="{FF2B5EF4-FFF2-40B4-BE49-F238E27FC236}">
                <a16:creationId xmlns:a16="http://schemas.microsoft.com/office/drawing/2014/main" id="{F42420CF-D347-4B73-9ED7-E865DB94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278035"/>
            <a:ext cx="1714429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6-rect-001">
            <a:extLst xmlns:a="http://schemas.openxmlformats.org/drawingml/2006/main">
              <a:ext uri="{FF2B5EF4-FFF2-40B4-BE49-F238E27FC236}">
                <a16:creationId xmlns:a16="http://schemas.microsoft.com/office/drawing/2014/main" id="{32ED4AC6-0417-4B68-A68F-97E4E4D1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4278035"/>
            <a:ext cx="4229858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6-rect-002">
            <a:extLst xmlns:a="http://schemas.openxmlformats.org/drawingml/2006/main">
              <a:ext uri="{FF2B5EF4-FFF2-40B4-BE49-F238E27FC236}">
                <a16:creationId xmlns:a16="http://schemas.microsoft.com/office/drawing/2014/main" id="{D3FD9495-2051-4CB9-9F2A-AC83429B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924135"/>
            <a:ext cx="1079220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-rect-003">
            <a:extLst xmlns:a="http://schemas.openxmlformats.org/drawingml/2006/main">
              <a:ext uri="{FF2B5EF4-FFF2-40B4-BE49-F238E27FC236}">
                <a16:creationId xmlns:a16="http://schemas.microsoft.com/office/drawing/2014/main" id="{B56C0BDF-C9F3-4794-8C01-E2B2A617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7924135"/>
            <a:ext cx="2159076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6-rect-004">
            <a:extLst xmlns:a="http://schemas.openxmlformats.org/drawingml/2006/main">
              <a:ext uri="{FF2B5EF4-FFF2-40B4-BE49-F238E27FC236}">
                <a16:creationId xmlns:a16="http://schemas.microsoft.com/office/drawing/2014/main" id="{3AB0CC22-35DB-47CD-B555-267218F6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7924135"/>
            <a:ext cx="2705356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6-rect-005">
            <a:extLst xmlns:a="http://schemas.openxmlformats.org/drawingml/2006/main">
              <a:ext uri="{FF2B5EF4-FFF2-40B4-BE49-F238E27FC236}">
                <a16:creationId xmlns:a16="http://schemas.microsoft.com/office/drawing/2014/main" id="{1F4DB8FF-D452-4753-BE5C-5E9C28E5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278035"/>
            <a:ext cx="1714429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6-rect-006">
            <a:extLst xmlns:a="http://schemas.openxmlformats.org/drawingml/2006/main">
              <a:ext uri="{FF2B5EF4-FFF2-40B4-BE49-F238E27FC236}">
                <a16:creationId xmlns:a16="http://schemas.microsoft.com/office/drawing/2014/main" id="{DFF3692F-DE82-491D-9729-995B84CD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4278035"/>
            <a:ext cx="4229858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6-rect-007">
            <a:extLst xmlns:a="http://schemas.openxmlformats.org/drawingml/2006/main">
              <a:ext uri="{FF2B5EF4-FFF2-40B4-BE49-F238E27FC236}">
                <a16:creationId xmlns:a16="http://schemas.microsoft.com/office/drawing/2014/main" id="{D8AA3702-B43E-4F0F-8045-A27F02FA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924135"/>
            <a:ext cx="1079220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6-rect-008">
            <a:extLst xmlns:a="http://schemas.openxmlformats.org/drawingml/2006/main">
              <a:ext uri="{FF2B5EF4-FFF2-40B4-BE49-F238E27FC236}">
                <a16:creationId xmlns:a16="http://schemas.microsoft.com/office/drawing/2014/main" id="{4002AE46-A025-4688-B8AF-CBB45A18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7924135"/>
            <a:ext cx="2159076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6-rect-009">
            <a:extLst xmlns:a="http://schemas.openxmlformats.org/drawingml/2006/main">
              <a:ext uri="{FF2B5EF4-FFF2-40B4-BE49-F238E27FC236}">
                <a16:creationId xmlns:a16="http://schemas.microsoft.com/office/drawing/2014/main" id="{931CCE01-6575-4EA4-A680-91AD8114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7924135"/>
            <a:ext cx="2705356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6-line-000">
            <a:extLst xmlns:a="http://schemas.openxmlformats.org/drawingml/2006/main">
              <a:ext uri="{FF2B5EF4-FFF2-40B4-BE49-F238E27FC236}">
                <a16:creationId xmlns:a16="http://schemas.microsoft.com/office/drawing/2014/main" id="{6E9EC675-F4F2-44D4-9944-7452DB48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4281211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2" name="page-06-line-001">
            <a:extLst xmlns:a="http://schemas.openxmlformats.org/drawingml/2006/main">
              <a:ext uri="{FF2B5EF4-FFF2-40B4-BE49-F238E27FC236}">
                <a16:creationId xmlns:a16="http://schemas.microsoft.com/office/drawing/2014/main" id="{6100FEF9-BB0A-4335-B6C6-19FAB2C5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4587382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3" name="page-06-line-002">
            <a:extLst xmlns:a="http://schemas.openxmlformats.org/drawingml/2006/main">
              <a:ext uri="{FF2B5EF4-FFF2-40B4-BE49-F238E27FC236}">
                <a16:creationId xmlns:a16="http://schemas.microsoft.com/office/drawing/2014/main" id="{925E0159-CC02-426B-8D59-0E0042AE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4931665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4" name="page-06-line-003">
            <a:extLst xmlns:a="http://schemas.openxmlformats.org/drawingml/2006/main">
              <a:ext uri="{FF2B5EF4-FFF2-40B4-BE49-F238E27FC236}">
                <a16:creationId xmlns:a16="http://schemas.microsoft.com/office/drawing/2014/main" id="{BB49363B-5F91-4714-94CD-4B9C2B20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274678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5" name="page-06-line-004">
            <a:extLst xmlns:a="http://schemas.openxmlformats.org/drawingml/2006/main">
              <a:ext uri="{FF2B5EF4-FFF2-40B4-BE49-F238E27FC236}">
                <a16:creationId xmlns:a16="http://schemas.microsoft.com/office/drawing/2014/main" id="{F1E10ED9-DAC5-4FDB-AB4B-758C4388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618961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6" name="page-06-line-005">
            <a:extLst xmlns:a="http://schemas.openxmlformats.org/drawingml/2006/main">
              <a:ext uri="{FF2B5EF4-FFF2-40B4-BE49-F238E27FC236}">
                <a16:creationId xmlns:a16="http://schemas.microsoft.com/office/drawing/2014/main" id="{63B30121-855A-4242-AAEE-12E2A54A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961974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7" name="page-06-line-006">
            <a:extLst xmlns:a="http://schemas.openxmlformats.org/drawingml/2006/main">
              <a:ext uri="{FF2B5EF4-FFF2-40B4-BE49-F238E27FC236}">
                <a16:creationId xmlns:a16="http://schemas.microsoft.com/office/drawing/2014/main" id="{1BEEC44F-2078-4B91-B22F-9FECA935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6306258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8" name="page-06-line-007">
            <a:extLst xmlns:a="http://schemas.openxmlformats.org/drawingml/2006/main">
              <a:ext uri="{FF2B5EF4-FFF2-40B4-BE49-F238E27FC236}">
                <a16:creationId xmlns:a16="http://schemas.microsoft.com/office/drawing/2014/main" id="{E0DB26BA-0289-4EB1-B6DB-5EFCBE45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6649271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9" name="page-06-line-008">
            <a:extLst xmlns:a="http://schemas.openxmlformats.org/drawingml/2006/main">
              <a:ext uri="{FF2B5EF4-FFF2-40B4-BE49-F238E27FC236}">
                <a16:creationId xmlns:a16="http://schemas.microsoft.com/office/drawing/2014/main" id="{54036DCA-52D5-4549-AE27-97244D47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278035"/>
            <a:ext cx="9525" cy="23744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0" name="page-06-line-009">
            <a:extLst xmlns:a="http://schemas.openxmlformats.org/drawingml/2006/main">
              <a:ext uri="{FF2B5EF4-FFF2-40B4-BE49-F238E27FC236}">
                <a16:creationId xmlns:a16="http://schemas.microsoft.com/office/drawing/2014/main" id="{C2C97A18-1F49-4CD7-A6CC-06D22AA5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4284387"/>
            <a:ext cx="9525" cy="23617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1" name="page-06-line-010">
            <a:extLst xmlns:a="http://schemas.openxmlformats.org/drawingml/2006/main">
              <a:ext uri="{FF2B5EF4-FFF2-40B4-BE49-F238E27FC236}">
                <a16:creationId xmlns:a16="http://schemas.microsoft.com/office/drawing/2014/main" id="{40F3AED1-F079-4DF4-827C-9BEBE165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4278035"/>
            <a:ext cx="9525" cy="23744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2" name="page-06-line-011">
            <a:extLst xmlns:a="http://schemas.openxmlformats.org/drawingml/2006/main">
              <a:ext uri="{FF2B5EF4-FFF2-40B4-BE49-F238E27FC236}">
                <a16:creationId xmlns:a16="http://schemas.microsoft.com/office/drawing/2014/main" id="{2B8E264A-A80B-4965-8C05-0BA37420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7927311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3" name="page-06-line-012">
            <a:extLst xmlns:a="http://schemas.openxmlformats.org/drawingml/2006/main">
              <a:ext uri="{FF2B5EF4-FFF2-40B4-BE49-F238E27FC236}">
                <a16:creationId xmlns:a16="http://schemas.microsoft.com/office/drawing/2014/main" id="{738F95C4-17F9-4B21-B822-505CE64F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233482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4" name="page-06-line-013">
            <a:extLst xmlns:a="http://schemas.openxmlformats.org/drawingml/2006/main">
              <a:ext uri="{FF2B5EF4-FFF2-40B4-BE49-F238E27FC236}">
                <a16:creationId xmlns:a16="http://schemas.microsoft.com/office/drawing/2014/main" id="{4A029FBA-5FE3-4E25-964B-84B35455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821686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5" name="page-06-line-014">
            <a:extLst xmlns:a="http://schemas.openxmlformats.org/drawingml/2006/main">
              <a:ext uri="{FF2B5EF4-FFF2-40B4-BE49-F238E27FC236}">
                <a16:creationId xmlns:a16="http://schemas.microsoft.com/office/drawing/2014/main" id="{B68C4422-1496-4A98-88C2-288975E0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9408619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6" name="page-06-line-015">
            <a:extLst xmlns:a="http://schemas.openxmlformats.org/drawingml/2006/main">
              <a:ext uri="{FF2B5EF4-FFF2-40B4-BE49-F238E27FC236}">
                <a16:creationId xmlns:a16="http://schemas.microsoft.com/office/drawing/2014/main" id="{A0EAE03F-8799-4E64-976B-921A45B6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924135"/>
            <a:ext cx="9525" cy="14876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7" name="page-06-line-016">
            <a:extLst xmlns:a="http://schemas.openxmlformats.org/drawingml/2006/main">
              <a:ext uri="{FF2B5EF4-FFF2-40B4-BE49-F238E27FC236}">
                <a16:creationId xmlns:a16="http://schemas.microsoft.com/office/drawing/2014/main" id="{A8B3EE55-5546-469A-AD9B-2F11A9FD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7930487"/>
            <a:ext cx="9525" cy="14749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8" name="page-06-line-017">
            <a:extLst xmlns:a="http://schemas.openxmlformats.org/drawingml/2006/main">
              <a:ext uri="{FF2B5EF4-FFF2-40B4-BE49-F238E27FC236}">
                <a16:creationId xmlns:a16="http://schemas.microsoft.com/office/drawing/2014/main" id="{7FEC4066-0AE6-42C9-970D-84D21111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7930487"/>
            <a:ext cx="9525" cy="14749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9" name="page-06-line-018">
            <a:extLst xmlns:a="http://schemas.openxmlformats.org/drawingml/2006/main">
              <a:ext uri="{FF2B5EF4-FFF2-40B4-BE49-F238E27FC236}">
                <a16:creationId xmlns:a16="http://schemas.microsoft.com/office/drawing/2014/main" id="{BA52036E-F9C8-4494-8D86-846602E2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7924135"/>
            <a:ext cx="9525" cy="14876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0" name="page-06-line-019">
            <a:extLst xmlns:a="http://schemas.openxmlformats.org/drawingml/2006/main">
              <a:ext uri="{FF2B5EF4-FFF2-40B4-BE49-F238E27FC236}">
                <a16:creationId xmlns:a16="http://schemas.microsoft.com/office/drawing/2014/main" id="{EC3E2AF0-0582-4D2A-A613-465D18F9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31" name="page-06-line-020">
            <a:extLst xmlns:a="http://schemas.openxmlformats.org/drawingml/2006/main">
              <a:ext uri="{FF2B5EF4-FFF2-40B4-BE49-F238E27FC236}">
                <a16:creationId xmlns:a16="http://schemas.microsoft.com/office/drawing/2014/main" id="{E7C3EAEF-EF53-43AC-8CEB-BA905C07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32" name="page-06-text-000-00">
            <a:extLst xmlns:a="http://schemas.openxmlformats.org/drawingml/2006/main">
              <a:ext uri="{FF2B5EF4-FFF2-40B4-BE49-F238E27FC236}">
                <a16:creationId xmlns:a16="http://schemas.microsoft.com/office/drawing/2014/main" id="{BB679339-3E66-4CA3-B445-DCC2B49D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17" y="468104"/>
            <a:ext cx="1930490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9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Game Introduction</a:t>
            </a:r>
          </a:p>
        </p:txBody>
      </p:sp>
      <p:sp>
        <p:nvSpPr>
          <p:cNvPr id="33" name="page-06-text-001-00">
            <a:extLst xmlns:a="http://schemas.openxmlformats.org/drawingml/2006/main">
              <a:ext uri="{FF2B5EF4-FFF2-40B4-BE49-F238E27FC236}">
                <a16:creationId xmlns:a16="http://schemas.microsoft.com/office/drawing/2014/main" id="{51D23EEC-0EA3-4440-ADE4-A9B4A944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954573"/>
            <a:ext cx="4328989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3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3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5. 어려움은 낮추되, 퍼즐을 푸는 즐거움은 남긴다</a:t>
            </a:r>
          </a:p>
        </p:txBody>
      </p:sp>
      <p:sp>
        <p:nvSpPr>
          <p:cNvPr id="34" name="page-06-text-002-00">
            <a:extLst xmlns:a="http://schemas.openxmlformats.org/drawingml/2006/main">
              <a:ext uri="{FF2B5EF4-FFF2-40B4-BE49-F238E27FC236}">
                <a16:creationId xmlns:a16="http://schemas.microsoft.com/office/drawing/2014/main" id="{DD7AF7C7-5737-4376-8E33-80737EE3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1451561"/>
            <a:ext cx="375700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첫 1–3단계는 속성 원본과 첫 행동을 코치마크로 보여 준다.</a:t>
            </a:r>
          </a:p>
        </p:txBody>
      </p:sp>
      <p:sp>
        <p:nvSpPr>
          <p:cNvPr id="35" name="page-06-text-003-00">
            <a:extLst xmlns:a="http://schemas.openxmlformats.org/drawingml/2006/main">
              <a:ext uri="{FF2B5EF4-FFF2-40B4-BE49-F238E27FC236}">
                <a16:creationId xmlns:a16="http://schemas.microsoft.com/office/drawing/2014/main" id="{152121BF-2AB3-4772-AA9F-07268010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1767260"/>
            <a:ext cx="522497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홀의 첫 수용 범위를 넓혀 규칙을 이해하고도 손가락 오차로 실패하는 빈도를 줄였다.</a:t>
            </a:r>
          </a:p>
        </p:txBody>
      </p:sp>
      <p:sp>
        <p:nvSpPr>
          <p:cNvPr id="36" name="page-06-text-004-00">
            <a:extLst xmlns:a="http://schemas.openxmlformats.org/drawingml/2006/main">
              <a:ext uri="{FF2B5EF4-FFF2-40B4-BE49-F238E27FC236}">
                <a16:creationId xmlns:a16="http://schemas.microsoft.com/office/drawing/2014/main" id="{8C12C129-3AA4-4720-97C9-29089F71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2082958"/>
            <a:ext cx="349847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첫 실패 후에는 현재 패턴의 L1 팁을 선택해 열 수 있다.</a:t>
            </a:r>
          </a:p>
        </p:txBody>
      </p:sp>
      <p:sp>
        <p:nvSpPr>
          <p:cNvPr id="37" name="page-06-text-005-00">
            <a:extLst xmlns:a="http://schemas.openxmlformats.org/drawingml/2006/main">
              <a:ext uri="{FF2B5EF4-FFF2-40B4-BE49-F238E27FC236}">
                <a16:creationId xmlns:a16="http://schemas.microsoft.com/office/drawing/2014/main" id="{42403DE7-F8B5-4A98-AA5E-79BB6BE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2398657"/>
            <a:ext cx="561817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이번에 바꿀 것은 실패한 샷 주변의 각도나 힘 하나만 다시 판정해 수치 없는 방향을 제안한다.</a:t>
            </a:r>
          </a:p>
        </p:txBody>
      </p:sp>
      <p:sp>
        <p:nvSpPr>
          <p:cNvPr id="38" name="page-06-text-006-00">
            <a:extLst xmlns:a="http://schemas.openxmlformats.org/drawingml/2006/main">
              <a:ext uri="{FF2B5EF4-FFF2-40B4-BE49-F238E27FC236}">
                <a16:creationId xmlns:a16="http://schemas.microsoft.com/office/drawing/2014/main" id="{9A44B9CF-FF84-44C5-829C-19D33B44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2714356"/>
            <a:ext cx="542804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예상 첫 도착점·5도·힘 한 칸 조절은 선택형 도움으로 제공하고, 해당 기록은 경쟁 기록과</a:t>
            </a:r>
          </a:p>
        </p:txBody>
      </p:sp>
      <p:sp>
        <p:nvSpPr>
          <p:cNvPr id="39" name="page-06-text-007-00">
            <a:extLst xmlns:a="http://schemas.openxmlformats.org/drawingml/2006/main">
              <a:ext uri="{FF2B5EF4-FFF2-40B4-BE49-F238E27FC236}">
                <a16:creationId xmlns:a16="http://schemas.microsoft.com/office/drawing/2014/main" id="{70CDC616-CFDA-46BE-BE89-2E38D164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460" y="2979239"/>
            <a:ext cx="68196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분리한다.</a:t>
            </a:r>
          </a:p>
        </p:txBody>
      </p:sp>
      <p:sp>
        <p:nvSpPr>
          <p:cNvPr id="40" name="page-06-text-008-00">
            <a:extLst xmlns:a="http://schemas.openxmlformats.org/drawingml/2006/main">
              <a:ext uri="{FF2B5EF4-FFF2-40B4-BE49-F238E27FC236}">
                <a16:creationId xmlns:a16="http://schemas.microsoft.com/office/drawing/2014/main" id="{F4275097-98F7-4395-A857-1AC0DCF6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3294937"/>
            <a:ext cx="366426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저모션·점멸 완화·키보드 조작·한글 의미 라벨을 제공한다.</a:t>
            </a:r>
          </a:p>
        </p:txBody>
      </p:sp>
      <p:sp>
        <p:nvSpPr>
          <p:cNvPr id="41" name="page-06-text-009-00">
            <a:extLst xmlns:a="http://schemas.openxmlformats.org/drawingml/2006/main">
              <a:ext uri="{FF2B5EF4-FFF2-40B4-BE49-F238E27FC236}">
                <a16:creationId xmlns:a16="http://schemas.microsoft.com/office/drawing/2014/main" id="{C3755ED6-1E84-4997-8C33-187049AF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804121"/>
            <a:ext cx="5087276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1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41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6. 짧은 세션에서 발견과 해결을 즐기는 플레이어를 노린다</a:t>
            </a:r>
          </a:p>
        </p:txBody>
      </p:sp>
      <p:sp>
        <p:nvSpPr>
          <p:cNvPr id="42" name="page-06-text-010-00">
            <a:extLst xmlns:a="http://schemas.openxmlformats.org/drawingml/2006/main">
              <a:ext uri="{FF2B5EF4-FFF2-40B4-BE49-F238E27FC236}">
                <a16:creationId xmlns:a16="http://schemas.microsoft.com/office/drawing/2014/main" id="{35D38D78-9AF3-4043-B2FF-5ABFF025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354759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항목</a:t>
            </a:r>
          </a:p>
        </p:txBody>
      </p:sp>
      <p:sp>
        <p:nvSpPr>
          <p:cNvPr id="43" name="page-06-text-010-01">
            <a:extLst xmlns:a="http://schemas.openxmlformats.org/drawingml/2006/main">
              <a:ext uri="{FF2B5EF4-FFF2-40B4-BE49-F238E27FC236}">
                <a16:creationId xmlns:a16="http://schemas.microsoft.com/office/drawing/2014/main" id="{BD5F4B3E-7BFB-4582-AE7D-5AD956A0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4354759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출시 가설</a:t>
            </a:r>
          </a:p>
        </p:txBody>
      </p:sp>
      <p:sp>
        <p:nvSpPr>
          <p:cNvPr id="44" name="page-06-text-011-00">
            <a:extLst xmlns:a="http://schemas.openxmlformats.org/drawingml/2006/main">
              <a:ext uri="{FF2B5EF4-FFF2-40B4-BE49-F238E27FC236}">
                <a16:creationId xmlns:a16="http://schemas.microsoft.com/office/drawing/2014/main" id="{30878EF0-DD3D-49F9-9C55-EA16BDCD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665084"/>
            <a:ext cx="67874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핵심 타깃</a:t>
            </a:r>
          </a:p>
        </p:txBody>
      </p:sp>
      <p:sp>
        <p:nvSpPr>
          <p:cNvPr id="45" name="page-06-text-011-01">
            <a:extLst xmlns:a="http://schemas.openxmlformats.org/drawingml/2006/main">
              <a:ext uri="{FF2B5EF4-FFF2-40B4-BE49-F238E27FC236}">
                <a16:creationId xmlns:a16="http://schemas.microsoft.com/office/drawing/2014/main" id="{9D743B4A-7FC0-4AAE-85E5-2EBB8948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4665084"/>
            <a:ext cx="397362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짧은 시도를 반복하며 인과를 발견하는 물리·시스템 퍼즐 플레이어</a:t>
            </a:r>
          </a:p>
        </p:txBody>
      </p:sp>
      <p:sp>
        <p:nvSpPr>
          <p:cNvPr id="46" name="page-06-text-012-00">
            <a:extLst xmlns:a="http://schemas.openxmlformats.org/drawingml/2006/main">
              <a:ext uri="{FF2B5EF4-FFF2-40B4-BE49-F238E27FC236}">
                <a16:creationId xmlns:a16="http://schemas.microsoft.com/office/drawing/2014/main" id="{CCC577ED-1D39-41A8-9FFA-8064B90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008732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세션</a:t>
            </a:r>
          </a:p>
        </p:txBody>
      </p:sp>
      <p:sp>
        <p:nvSpPr>
          <p:cNvPr id="47" name="page-06-text-012-01">
            <a:extLst xmlns:a="http://schemas.openxmlformats.org/drawingml/2006/main">
              <a:ext uri="{FF2B5EF4-FFF2-40B4-BE49-F238E27FC236}">
                <a16:creationId xmlns:a16="http://schemas.microsoft.com/office/drawing/2014/main" id="{F1AB7BEC-7519-4397-9582-2D2A39A0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5008732"/>
            <a:ext cx="237742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스테이지당 1–3분, 3단계 탐사 5–10분</a:t>
            </a:r>
          </a:p>
        </p:txBody>
      </p:sp>
      <p:sp>
        <p:nvSpPr>
          <p:cNvPr id="48" name="page-06-text-013-00">
            <a:extLst xmlns:a="http://schemas.openxmlformats.org/drawingml/2006/main">
              <a:ext uri="{FF2B5EF4-FFF2-40B4-BE49-F238E27FC236}">
                <a16:creationId xmlns:a16="http://schemas.microsoft.com/office/drawing/2014/main" id="{9CC5AA49-C3F6-42D9-B1F1-8E46D5D4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352380"/>
            <a:ext cx="80967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우선 플랫폼</a:t>
            </a:r>
          </a:p>
        </p:txBody>
      </p:sp>
      <p:sp>
        <p:nvSpPr>
          <p:cNvPr id="49" name="page-06-text-013-01">
            <a:extLst xmlns:a="http://schemas.openxmlformats.org/drawingml/2006/main">
              <a:ext uri="{FF2B5EF4-FFF2-40B4-BE49-F238E27FC236}">
                <a16:creationId xmlns:a16="http://schemas.microsoft.com/office/drawing/2014/main" id="{819EC9B0-95BB-4A11-AD57-1BC017CB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5352380"/>
            <a:ext cx="236919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세로 조작과 햄틱에 맞춘 Android·iOS</a:t>
            </a:r>
          </a:p>
        </p:txBody>
      </p:sp>
      <p:sp>
        <p:nvSpPr>
          <p:cNvPr id="50" name="page-06-text-014-00">
            <a:extLst xmlns:a="http://schemas.openxmlformats.org/drawingml/2006/main">
              <a:ext uri="{FF2B5EF4-FFF2-40B4-BE49-F238E27FC236}">
                <a16:creationId xmlns:a16="http://schemas.microsoft.com/office/drawing/2014/main" id="{CACD64F4-B733-4086-8608-EC804F81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696028"/>
            <a:ext cx="67887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시연·유입</a:t>
            </a:r>
          </a:p>
        </p:txBody>
      </p:sp>
      <p:sp>
        <p:nvSpPr>
          <p:cNvPr id="51" name="page-06-text-014-01">
            <a:extLst xmlns:a="http://schemas.openxmlformats.org/drawingml/2006/main">
              <a:ext uri="{FF2B5EF4-FFF2-40B4-BE49-F238E27FC236}">
                <a16:creationId xmlns:a16="http://schemas.microsoft.com/office/drawing/2014/main" id="{9F9B8DBA-FB4E-43B1-BF5E-7823FE0A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5696028"/>
            <a:ext cx="17989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Web 체험판과 PC 실행 빌드</a:t>
            </a:r>
          </a:p>
        </p:txBody>
      </p:sp>
      <p:sp>
        <p:nvSpPr>
          <p:cNvPr id="52" name="page-06-text-015-00">
            <a:extLst xmlns:a="http://schemas.openxmlformats.org/drawingml/2006/main">
              <a:ext uri="{FF2B5EF4-FFF2-40B4-BE49-F238E27FC236}">
                <a16:creationId xmlns:a16="http://schemas.microsoft.com/office/drawing/2014/main" id="{67B2AD42-B8CD-48AD-A5DA-DC6BC5A1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039676"/>
            <a:ext cx="67863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수익 가설</a:t>
            </a:r>
          </a:p>
        </p:txBody>
      </p:sp>
      <p:sp>
        <p:nvSpPr>
          <p:cNvPr id="53" name="page-06-text-015-01">
            <a:extLst xmlns:a="http://schemas.openxmlformats.org/drawingml/2006/main">
              <a:ext uri="{FF2B5EF4-FFF2-40B4-BE49-F238E27FC236}">
                <a16:creationId xmlns:a16="http://schemas.microsoft.com/office/drawing/2014/main" id="{6F0EFB99-0189-4C94-A01F-A7F85547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6039676"/>
            <a:ext cx="313713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광고·랜덤 재화 없는 체험판 + 전체 콘텐츠 1회 해금</a:t>
            </a:r>
          </a:p>
        </p:txBody>
      </p:sp>
      <p:sp>
        <p:nvSpPr>
          <p:cNvPr id="54" name="page-06-text-016-00">
            <a:extLst xmlns:a="http://schemas.openxmlformats.org/drawingml/2006/main">
              <a:ext uri="{FF2B5EF4-FFF2-40B4-BE49-F238E27FC236}">
                <a16:creationId xmlns:a16="http://schemas.microsoft.com/office/drawing/2014/main" id="{528E1B00-6C2A-4D0C-BD95-50B7465C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383324"/>
            <a:ext cx="98035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가격 검증 범위</a:t>
            </a:r>
          </a:p>
        </p:txBody>
      </p:sp>
      <p:sp>
        <p:nvSpPr>
          <p:cNvPr id="55" name="page-06-text-016-01">
            <a:extLst xmlns:a="http://schemas.openxmlformats.org/drawingml/2006/main">
              <a:ext uri="{FF2B5EF4-FFF2-40B4-BE49-F238E27FC236}">
                <a16:creationId xmlns:a16="http://schemas.microsoft.com/office/drawing/2014/main" id="{B00398D2-0092-454F-85E1-AC2E4323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6383324"/>
            <a:ext cx="353147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4,900–7,900원을 첫 플레이 전환율과 가격 인터뷰로 검증</a:t>
            </a:r>
          </a:p>
        </p:txBody>
      </p:sp>
      <p:sp>
        <p:nvSpPr>
          <p:cNvPr id="56" name="page-06-text-017-00">
            <a:extLst xmlns:a="http://schemas.openxmlformats.org/drawingml/2006/main">
              <a:ext uri="{FF2B5EF4-FFF2-40B4-BE49-F238E27FC236}">
                <a16:creationId xmlns:a16="http://schemas.microsoft.com/office/drawing/2014/main" id="{EC8A1071-3657-445D-A24A-B1BC7368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676156"/>
            <a:ext cx="57369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동일 장르의 조준 퍼즐과 달리, 발사 전에 물리 속성을 편집하고 발사 후에는 장면 상태가 남는다.</a:t>
            </a:r>
          </a:p>
        </p:txBody>
      </p:sp>
      <p:sp>
        <p:nvSpPr>
          <p:cNvPr id="57" name="page-06-text-018-00">
            <a:extLst xmlns:a="http://schemas.openxmlformats.org/drawingml/2006/main">
              <a:ext uri="{FF2B5EF4-FFF2-40B4-BE49-F238E27FC236}">
                <a16:creationId xmlns:a16="http://schemas.microsoft.com/office/drawing/2014/main" id="{29B324F2-6513-4138-A34A-57793FD8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941038"/>
            <a:ext cx="471808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3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3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성공하는 각도를 찾기보다 다음 샷이 유리한 장면을 만들기를 핵심 차별점으로 삼는다.</a:t>
            </a:r>
          </a:p>
        </p:txBody>
      </p:sp>
      <p:sp>
        <p:nvSpPr>
          <p:cNvPr id="58" name="page-06-text-019-00">
            <a:extLst xmlns:a="http://schemas.openxmlformats.org/drawingml/2006/main">
              <a:ext uri="{FF2B5EF4-FFF2-40B4-BE49-F238E27FC236}">
                <a16:creationId xmlns:a16="http://schemas.microsoft.com/office/drawing/2014/main" id="{33FFD227-0644-4854-8405-CF8806B0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450222"/>
            <a:ext cx="4019312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4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7. 수직 프로토타입을 상용 제품으로 확장한다</a:t>
            </a:r>
          </a:p>
        </p:txBody>
      </p:sp>
      <p:sp>
        <p:nvSpPr>
          <p:cNvPr id="59" name="page-06-text-020-00">
            <a:extLst xmlns:a="http://schemas.openxmlformats.org/drawingml/2006/main">
              <a:ext uri="{FF2B5EF4-FFF2-40B4-BE49-F238E27FC236}">
                <a16:creationId xmlns:a16="http://schemas.microsoft.com/office/drawing/2014/main" id="{CB2CC15E-88F9-4DF4-A780-35E72F8F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000859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시기</a:t>
            </a:r>
          </a:p>
        </p:txBody>
      </p:sp>
      <p:sp>
        <p:nvSpPr>
          <p:cNvPr id="60" name="page-06-text-020-01">
            <a:extLst xmlns:a="http://schemas.openxmlformats.org/drawingml/2006/main">
              <a:ext uri="{FF2B5EF4-FFF2-40B4-BE49-F238E27FC236}">
                <a16:creationId xmlns:a16="http://schemas.microsoft.com/office/drawing/2014/main" id="{45ABA317-4D1E-421A-963D-D944485A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8000859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개발 목표</a:t>
            </a:r>
          </a:p>
        </p:txBody>
      </p:sp>
      <p:sp>
        <p:nvSpPr>
          <p:cNvPr id="61" name="page-06-text-020-02">
            <a:extLst xmlns:a="http://schemas.openxmlformats.org/drawingml/2006/main">
              <a:ext uri="{FF2B5EF4-FFF2-40B4-BE49-F238E27FC236}">
                <a16:creationId xmlns:a16="http://schemas.microsoft.com/office/drawing/2014/main" id="{888F7CBD-02DE-4E57-A8A7-A6732E44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8000859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확인 방법</a:t>
            </a:r>
          </a:p>
        </p:txBody>
      </p:sp>
      <p:sp>
        <p:nvSpPr>
          <p:cNvPr id="62" name="page-06-text-021-00">
            <a:extLst xmlns:a="http://schemas.openxmlformats.org/drawingml/2006/main">
              <a:ext uri="{FF2B5EF4-FFF2-40B4-BE49-F238E27FC236}">
                <a16:creationId xmlns:a16="http://schemas.microsoft.com/office/drawing/2014/main" id="{3C02210E-6ED1-4FF0-9216-45C9730C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8311184"/>
            <a:ext cx="211571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초행 플레이테스트, 1–3단계 이탈·</a:t>
            </a:r>
          </a:p>
        </p:txBody>
      </p:sp>
      <p:sp>
        <p:nvSpPr>
          <p:cNvPr id="63" name="page-06-text-022-00">
            <a:extLst xmlns:a="http://schemas.openxmlformats.org/drawingml/2006/main">
              <a:ext uri="{FF2B5EF4-FFF2-40B4-BE49-F238E27FC236}">
                <a16:creationId xmlns:a16="http://schemas.microsoft.com/office/drawing/2014/main" id="{380BDB17-81BE-43DD-B8E3-DFCB0010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433144"/>
            <a:ext cx="9698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2026년 3분기</a:t>
            </a:r>
          </a:p>
        </p:txBody>
      </p:sp>
      <p:sp>
        <p:nvSpPr>
          <p:cNvPr id="64" name="page-06-text-022-01">
            <a:extLst xmlns:a="http://schemas.openxmlformats.org/drawingml/2006/main">
              <a:ext uri="{FF2B5EF4-FFF2-40B4-BE49-F238E27FC236}">
                <a16:creationId xmlns:a16="http://schemas.microsoft.com/office/drawing/2014/main" id="{25296137-DEF2-4028-A33E-83BC7B8B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8433144"/>
            <a:ext cx="248609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첫 발사 시간, 3단계 완료율, 재도전 의향</a:t>
            </a:r>
          </a:p>
        </p:txBody>
      </p:sp>
      <p:sp>
        <p:nvSpPr>
          <p:cNvPr id="65" name="page-06-text-023-00">
            <a:extLst xmlns:a="http://schemas.openxmlformats.org/drawingml/2006/main">
              <a:ext uri="{FF2B5EF4-FFF2-40B4-BE49-F238E27FC236}">
                <a16:creationId xmlns:a16="http://schemas.microsoft.com/office/drawing/2014/main" id="{C06D264A-7E7F-4176-9018-C61FDFD9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8555104"/>
            <a:ext cx="80930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난이도 조정</a:t>
            </a:r>
          </a:p>
        </p:txBody>
      </p:sp>
      <p:sp>
        <p:nvSpPr>
          <p:cNvPr id="66" name="page-06-text-024-00">
            <a:extLst xmlns:a="http://schemas.openxmlformats.org/drawingml/2006/main">
              <a:ext uri="{FF2B5EF4-FFF2-40B4-BE49-F238E27FC236}">
                <a16:creationId xmlns:a16="http://schemas.microsoft.com/office/drawing/2014/main" id="{DB7BA831-6D76-44EA-BE11-2085D646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8898752"/>
            <a:ext cx="205283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2번째 섬과 신규 속성, 복구 연출·</a:t>
            </a:r>
          </a:p>
        </p:txBody>
      </p:sp>
      <p:sp>
        <p:nvSpPr>
          <p:cNvPr id="67" name="page-06-text-025-00">
            <a:extLst xmlns:a="http://schemas.openxmlformats.org/drawingml/2006/main">
              <a:ext uri="{FF2B5EF4-FFF2-40B4-BE49-F238E27FC236}">
                <a16:creationId xmlns:a16="http://schemas.microsoft.com/office/drawing/2014/main" id="{6AA28496-A091-4496-AB44-FCE067D3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9020713"/>
            <a:ext cx="9698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2026년 4분기</a:t>
            </a:r>
          </a:p>
        </p:txBody>
      </p:sp>
      <p:sp>
        <p:nvSpPr>
          <p:cNvPr id="68" name="page-06-text-025-01">
            <a:extLst xmlns:a="http://schemas.openxmlformats.org/drawingml/2006/main">
              <a:ext uri="{FF2B5EF4-FFF2-40B4-BE49-F238E27FC236}">
                <a16:creationId xmlns:a16="http://schemas.microsoft.com/office/drawing/2014/main" id="{0090B866-A819-4198-99E7-B45CEE4E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9020713"/>
            <a:ext cx="197782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신규 규칙 이해도와 후반 진입률</a:t>
            </a:r>
          </a:p>
        </p:txBody>
      </p:sp>
      <p:sp>
        <p:nvSpPr>
          <p:cNvPr id="69" name="page-06-text-026-00">
            <a:extLst xmlns:a="http://schemas.openxmlformats.org/drawingml/2006/main">
              <a:ext uri="{FF2B5EF4-FFF2-40B4-BE49-F238E27FC236}">
                <a16:creationId xmlns:a16="http://schemas.microsoft.com/office/drawing/2014/main" id="{2AC1E124-6E97-4C0E-A667-94B93591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9142673"/>
            <a:ext cx="94108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사운드 폴리시</a:t>
            </a:r>
          </a:p>
        </p:txBody>
      </p:sp>
      <p:sp>
        <p:nvSpPr>
          <p:cNvPr id="70" name="page-06-text-027-00">
            <a:extLst xmlns:a="http://schemas.openxmlformats.org/drawingml/2006/main">
              <a:ext uri="{FF2B5EF4-FFF2-40B4-BE49-F238E27FC236}">
                <a16:creationId xmlns:a16="http://schemas.microsoft.com/office/drawing/2014/main" id="{ED06C12F-6141-4BC1-B069-72E34449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687" y="10058009"/>
            <a:ext cx="227929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3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63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Game Introduction · Page 6</a:t>
            </a:r>
          </a:p>
        </p:txBody>
      </p:sp>
    </p:spTree>
    <p:extLst>
      <p:ext uri="{BB962C8B-B14F-4D97-AF65-F5344CB8AC3E}">
        <p14:creationId xmlns:p14="http://schemas.microsoft.com/office/powerpoint/2010/main" val="3252485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page-07-rect-000">
            <a:extLst xmlns:a="http://schemas.openxmlformats.org/drawingml/2006/main">
              <a:ext uri="{FF2B5EF4-FFF2-40B4-BE49-F238E27FC236}">
                <a16:creationId xmlns:a16="http://schemas.microsoft.com/office/drawing/2014/main" id="{C5F45927-EAF8-4220-AD4A-2D38DCC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7-rect-001">
            <a:extLst xmlns:a="http://schemas.openxmlformats.org/drawingml/2006/main">
              <a:ext uri="{FF2B5EF4-FFF2-40B4-BE49-F238E27FC236}">
                <a16:creationId xmlns:a16="http://schemas.microsoft.com/office/drawing/2014/main" id="{AC100D2B-9C3D-46C7-BD3A-6E377AB2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915238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7-rect-002">
            <a:extLst xmlns:a="http://schemas.openxmlformats.org/drawingml/2006/main">
              <a:ext uri="{FF2B5EF4-FFF2-40B4-BE49-F238E27FC236}">
                <a16:creationId xmlns:a16="http://schemas.microsoft.com/office/drawing/2014/main" id="{190F7DD3-8117-4E0B-A5C5-171E3A44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915238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-rect-003">
            <a:extLst xmlns:a="http://schemas.openxmlformats.org/drawingml/2006/main">
              <a:ext uri="{FF2B5EF4-FFF2-40B4-BE49-F238E27FC236}">
                <a16:creationId xmlns:a16="http://schemas.microsoft.com/office/drawing/2014/main" id="{C452406C-22C8-49C2-A0E8-AC421F33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3674586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7-rect-004">
            <a:extLst xmlns:a="http://schemas.openxmlformats.org/drawingml/2006/main">
              <a:ext uri="{FF2B5EF4-FFF2-40B4-BE49-F238E27FC236}">
                <a16:creationId xmlns:a16="http://schemas.microsoft.com/office/drawing/2014/main" id="{0E88DA7F-08C2-48B8-89EB-75EC02B6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3674586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7-rect-005">
            <a:extLst xmlns:a="http://schemas.openxmlformats.org/drawingml/2006/main">
              <a:ext uri="{FF2B5EF4-FFF2-40B4-BE49-F238E27FC236}">
                <a16:creationId xmlns:a16="http://schemas.microsoft.com/office/drawing/2014/main" id="{E72C9B4F-2EAC-4E5E-BB06-AECA7436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7-rect-006">
            <a:extLst xmlns:a="http://schemas.openxmlformats.org/drawingml/2006/main">
              <a:ext uri="{FF2B5EF4-FFF2-40B4-BE49-F238E27FC236}">
                <a16:creationId xmlns:a16="http://schemas.microsoft.com/office/drawing/2014/main" id="{787FF761-1147-4932-B91F-D86AAD8E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915238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7-rect-007">
            <a:extLst xmlns:a="http://schemas.openxmlformats.org/drawingml/2006/main">
              <a:ext uri="{FF2B5EF4-FFF2-40B4-BE49-F238E27FC236}">
                <a16:creationId xmlns:a16="http://schemas.microsoft.com/office/drawing/2014/main" id="{6A94AF73-F94D-474C-AADB-B5CB8C92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915238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7-rect-008">
            <a:extLst xmlns:a="http://schemas.openxmlformats.org/drawingml/2006/main">
              <a:ext uri="{FF2B5EF4-FFF2-40B4-BE49-F238E27FC236}">
                <a16:creationId xmlns:a16="http://schemas.microsoft.com/office/drawing/2014/main" id="{2D25944F-EF01-487A-98B8-AF77D0D4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3674586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7-rect-009">
            <a:extLst xmlns:a="http://schemas.openxmlformats.org/drawingml/2006/main">
              <a:ext uri="{FF2B5EF4-FFF2-40B4-BE49-F238E27FC236}">
                <a16:creationId xmlns:a16="http://schemas.microsoft.com/office/drawing/2014/main" id="{00C1BE94-C845-4F08-AF07-0196962B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3674586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7-line-000">
            <a:extLst xmlns:a="http://schemas.openxmlformats.org/drawingml/2006/main">
              <a:ext uri="{FF2B5EF4-FFF2-40B4-BE49-F238E27FC236}">
                <a16:creationId xmlns:a16="http://schemas.microsoft.com/office/drawing/2014/main" id="{B9CA4A87-A155-4010-96F2-0E31BCAF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918414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2" name="page-07-line-001">
            <a:extLst xmlns:a="http://schemas.openxmlformats.org/drawingml/2006/main">
              <a:ext uri="{FF2B5EF4-FFF2-40B4-BE49-F238E27FC236}">
                <a16:creationId xmlns:a16="http://schemas.microsoft.com/office/drawing/2014/main" id="{D71AE570-424A-4938-9D97-D559FD6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1225855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3" name="page-07-line-002">
            <a:extLst xmlns:a="http://schemas.openxmlformats.org/drawingml/2006/main">
              <a:ext uri="{FF2B5EF4-FFF2-40B4-BE49-F238E27FC236}">
                <a16:creationId xmlns:a16="http://schemas.microsoft.com/office/drawing/2014/main" id="{08234065-4C30-4511-AB1C-702AE593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1812788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4" name="page-07-line-003">
            <a:extLst xmlns:a="http://schemas.openxmlformats.org/drawingml/2006/main">
              <a:ext uri="{FF2B5EF4-FFF2-40B4-BE49-F238E27FC236}">
                <a16:creationId xmlns:a16="http://schemas.microsoft.com/office/drawing/2014/main" id="{5AD4B4EE-A140-487A-8CC8-112DF57E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2400992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5" name="page-07-line-004">
            <a:extLst xmlns:a="http://schemas.openxmlformats.org/drawingml/2006/main">
              <a:ext uri="{FF2B5EF4-FFF2-40B4-BE49-F238E27FC236}">
                <a16:creationId xmlns:a16="http://schemas.microsoft.com/office/drawing/2014/main" id="{8F933D40-647D-4C83-AE9F-F24CEE0D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9525" cy="14889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6" name="page-07-line-005">
            <a:extLst xmlns:a="http://schemas.openxmlformats.org/drawingml/2006/main">
              <a:ext uri="{FF2B5EF4-FFF2-40B4-BE49-F238E27FC236}">
                <a16:creationId xmlns:a16="http://schemas.microsoft.com/office/drawing/2014/main" id="{A10F472D-7A7D-483E-9D31-EE2D3E2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921590"/>
            <a:ext cx="9525" cy="14762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7" name="page-07-line-006">
            <a:extLst xmlns:a="http://schemas.openxmlformats.org/drawingml/2006/main">
              <a:ext uri="{FF2B5EF4-FFF2-40B4-BE49-F238E27FC236}">
                <a16:creationId xmlns:a16="http://schemas.microsoft.com/office/drawing/2014/main" id="{E7CAF980-A18F-4264-89F8-087777B8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921590"/>
            <a:ext cx="9525" cy="14762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8" name="page-07-line-007">
            <a:extLst xmlns:a="http://schemas.openxmlformats.org/drawingml/2006/main">
              <a:ext uri="{FF2B5EF4-FFF2-40B4-BE49-F238E27FC236}">
                <a16:creationId xmlns:a16="http://schemas.microsoft.com/office/drawing/2014/main" id="{3FD8279C-7D15-454D-81ED-EADD4E45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915238"/>
            <a:ext cx="9525" cy="14889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9" name="page-07-line-008">
            <a:extLst xmlns:a="http://schemas.openxmlformats.org/drawingml/2006/main">
              <a:ext uri="{FF2B5EF4-FFF2-40B4-BE49-F238E27FC236}">
                <a16:creationId xmlns:a16="http://schemas.microsoft.com/office/drawing/2014/main" id="{7FA722DC-81FA-4351-AB23-9CF80D17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3677762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0" name="page-07-line-009">
            <a:extLst xmlns:a="http://schemas.openxmlformats.org/drawingml/2006/main">
              <a:ext uri="{FF2B5EF4-FFF2-40B4-BE49-F238E27FC236}">
                <a16:creationId xmlns:a16="http://schemas.microsoft.com/office/drawing/2014/main" id="{1EB125A6-346D-45BA-9C10-C2D9DF19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3985203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1" name="page-07-line-010">
            <a:extLst xmlns:a="http://schemas.openxmlformats.org/drawingml/2006/main">
              <a:ext uri="{FF2B5EF4-FFF2-40B4-BE49-F238E27FC236}">
                <a16:creationId xmlns:a16="http://schemas.microsoft.com/office/drawing/2014/main" id="{F38B4752-823F-4A0A-8D91-F2DA646D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4328216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2" name="page-07-line-011">
            <a:extLst xmlns:a="http://schemas.openxmlformats.org/drawingml/2006/main">
              <a:ext uri="{FF2B5EF4-FFF2-40B4-BE49-F238E27FC236}">
                <a16:creationId xmlns:a16="http://schemas.microsoft.com/office/drawing/2014/main" id="{44D8ED67-91F5-4768-9A85-F857856D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4672500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3" name="page-07-line-012">
            <a:extLst xmlns:a="http://schemas.openxmlformats.org/drawingml/2006/main">
              <a:ext uri="{FF2B5EF4-FFF2-40B4-BE49-F238E27FC236}">
                <a16:creationId xmlns:a16="http://schemas.microsoft.com/office/drawing/2014/main" id="{20CD2FEA-4956-48A9-98B4-0BC16889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015513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4" name="page-07-line-013">
            <a:extLst xmlns:a="http://schemas.openxmlformats.org/drawingml/2006/main">
              <a:ext uri="{FF2B5EF4-FFF2-40B4-BE49-F238E27FC236}">
                <a16:creationId xmlns:a16="http://schemas.microsoft.com/office/drawing/2014/main" id="{ED975A9D-0301-4266-8325-9A2BCF25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359796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5" name="page-07-line-014">
            <a:extLst xmlns:a="http://schemas.openxmlformats.org/drawingml/2006/main">
              <a:ext uri="{FF2B5EF4-FFF2-40B4-BE49-F238E27FC236}">
                <a16:creationId xmlns:a16="http://schemas.microsoft.com/office/drawing/2014/main" id="{6385AE0B-5B5F-4F08-98C2-DF3A09CB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702809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6" name="page-07-line-015">
            <a:extLst xmlns:a="http://schemas.openxmlformats.org/drawingml/2006/main">
              <a:ext uri="{FF2B5EF4-FFF2-40B4-BE49-F238E27FC236}">
                <a16:creationId xmlns:a16="http://schemas.microsoft.com/office/drawing/2014/main" id="{28075DF1-DF04-488E-8CB4-138B838C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6047092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7" name="page-07-line-016">
            <a:extLst xmlns:a="http://schemas.openxmlformats.org/drawingml/2006/main">
              <a:ext uri="{FF2B5EF4-FFF2-40B4-BE49-F238E27FC236}">
                <a16:creationId xmlns:a16="http://schemas.microsoft.com/office/drawing/2014/main" id="{B5F6B458-EF95-4BDF-9C63-02860A25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3674586"/>
            <a:ext cx="9525" cy="23756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8" name="page-07-line-017">
            <a:extLst xmlns:a="http://schemas.openxmlformats.org/drawingml/2006/main">
              <a:ext uri="{FF2B5EF4-FFF2-40B4-BE49-F238E27FC236}">
                <a16:creationId xmlns:a16="http://schemas.microsoft.com/office/drawing/2014/main" id="{DA5B9DFD-EC44-4F49-98AE-FD38B6B4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3680938"/>
            <a:ext cx="9525" cy="23629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9" name="page-07-line-018">
            <a:extLst xmlns:a="http://schemas.openxmlformats.org/drawingml/2006/main">
              <a:ext uri="{FF2B5EF4-FFF2-40B4-BE49-F238E27FC236}">
                <a16:creationId xmlns:a16="http://schemas.microsoft.com/office/drawing/2014/main" id="{DBB052F6-B492-4E43-B1C7-154CD8F4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3674586"/>
            <a:ext cx="9525" cy="23756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0" name="page-07-line-019">
            <a:extLst xmlns:a="http://schemas.openxmlformats.org/drawingml/2006/main">
              <a:ext uri="{FF2B5EF4-FFF2-40B4-BE49-F238E27FC236}">
                <a16:creationId xmlns:a16="http://schemas.microsoft.com/office/drawing/2014/main" id="{889F3CA5-D959-4768-ABFA-99909AEA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31" name="page-07-line-020">
            <a:extLst xmlns:a="http://schemas.openxmlformats.org/drawingml/2006/main">
              <a:ext uri="{FF2B5EF4-FFF2-40B4-BE49-F238E27FC236}">
                <a16:creationId xmlns:a16="http://schemas.microsoft.com/office/drawing/2014/main" id="{AE0665AB-A5E2-449F-887A-C826A365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32" name="page-07-text-000-00">
            <a:extLst xmlns:a="http://schemas.openxmlformats.org/drawingml/2006/main">
              <a:ext uri="{FF2B5EF4-FFF2-40B4-BE49-F238E27FC236}">
                <a16:creationId xmlns:a16="http://schemas.microsoft.com/office/drawing/2014/main" id="{6133BB64-5F3C-45D0-9051-86CFF15F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17" y="468104"/>
            <a:ext cx="1930490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9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Game Introduction</a:t>
            </a:r>
          </a:p>
        </p:txBody>
      </p:sp>
      <p:sp>
        <p:nvSpPr>
          <p:cNvPr id="33" name="page-07-text-001-00">
            <a:extLst xmlns:a="http://schemas.openxmlformats.org/drawingml/2006/main">
              <a:ext uri="{FF2B5EF4-FFF2-40B4-BE49-F238E27FC236}">
                <a16:creationId xmlns:a16="http://schemas.microsoft.com/office/drawing/2014/main" id="{1B3DF5B5-89B1-45D8-B454-13ECBE17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992597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시기</a:t>
            </a:r>
          </a:p>
        </p:txBody>
      </p:sp>
      <p:sp>
        <p:nvSpPr>
          <p:cNvPr id="34" name="page-07-text-001-01">
            <a:extLst xmlns:a="http://schemas.openxmlformats.org/drawingml/2006/main">
              <a:ext uri="{FF2B5EF4-FFF2-40B4-BE49-F238E27FC236}">
                <a16:creationId xmlns:a16="http://schemas.microsoft.com/office/drawing/2014/main" id="{BCDD460B-A028-463C-8B85-0733DD23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992597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개발 목표</a:t>
            </a:r>
          </a:p>
        </p:txBody>
      </p:sp>
      <p:sp>
        <p:nvSpPr>
          <p:cNvPr id="35" name="page-07-text-001-02">
            <a:extLst xmlns:a="http://schemas.openxmlformats.org/drawingml/2006/main">
              <a:ext uri="{FF2B5EF4-FFF2-40B4-BE49-F238E27FC236}">
                <a16:creationId xmlns:a16="http://schemas.microsoft.com/office/drawing/2014/main" id="{9BF1B589-0F8E-4092-A558-67D11BD3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992597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확인 방법</a:t>
            </a:r>
          </a:p>
        </p:txBody>
      </p:sp>
      <p:sp>
        <p:nvSpPr>
          <p:cNvPr id="36" name="page-07-text-002-00">
            <a:extLst xmlns:a="http://schemas.openxmlformats.org/drawingml/2006/main">
              <a:ext uri="{FF2B5EF4-FFF2-40B4-BE49-F238E27FC236}">
                <a16:creationId xmlns:a16="http://schemas.microsoft.com/office/drawing/2014/main" id="{9CF597F7-A01F-45B5-ADB9-49CEF0C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1302922"/>
            <a:ext cx="174974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4개 섬·60개 이상 스테이지,</a:t>
            </a:r>
          </a:p>
        </p:txBody>
      </p:sp>
      <p:sp>
        <p:nvSpPr>
          <p:cNvPr id="37" name="page-07-text-003-00">
            <a:extLst xmlns:a="http://schemas.openxmlformats.org/drawingml/2006/main">
              <a:ext uri="{FF2B5EF4-FFF2-40B4-BE49-F238E27FC236}">
                <a16:creationId xmlns:a16="http://schemas.microsoft.com/office/drawing/2014/main" id="{2F796FEE-0A17-40BB-B570-54F03809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1424882"/>
            <a:ext cx="9698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2027년 1분기</a:t>
            </a:r>
          </a:p>
        </p:txBody>
      </p:sp>
      <p:sp>
        <p:nvSpPr>
          <p:cNvPr id="38" name="page-07-text-003-01">
            <a:extLst xmlns:a="http://schemas.openxmlformats.org/drawingml/2006/main">
              <a:ext uri="{FF2B5EF4-FFF2-40B4-BE49-F238E27FC236}">
                <a16:creationId xmlns:a16="http://schemas.microsoft.com/office/drawing/2014/main" id="{ED83B06A-9E8F-4A85-9910-62ABCE39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1424882"/>
            <a:ext cx="228150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보존율·크래시·저장 복구·실기기 성능</a:t>
            </a:r>
          </a:p>
        </p:txBody>
      </p:sp>
      <p:sp>
        <p:nvSpPr>
          <p:cNvPr id="39" name="page-07-text-004-00">
            <a:extLst xmlns:a="http://schemas.openxmlformats.org/drawingml/2006/main">
              <a:ext uri="{FF2B5EF4-FFF2-40B4-BE49-F238E27FC236}">
                <a16:creationId xmlns:a16="http://schemas.microsoft.com/office/drawing/2014/main" id="{07166111-49D5-47E0-AD1E-ED081BFA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1546842"/>
            <a:ext cx="94079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스토어 체험판</a:t>
            </a:r>
          </a:p>
        </p:txBody>
      </p:sp>
      <p:sp>
        <p:nvSpPr>
          <p:cNvPr id="40" name="page-07-text-005-00">
            <a:extLst xmlns:a="http://schemas.openxmlformats.org/drawingml/2006/main">
              <a:ext uri="{FF2B5EF4-FFF2-40B4-BE49-F238E27FC236}">
                <a16:creationId xmlns:a16="http://schemas.microsoft.com/office/drawing/2014/main" id="{9D79D65B-CA3E-407D-AD5D-DCADBC48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1890490"/>
            <a:ext cx="197186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모바일 1차 출시와 Web 체험판</a:t>
            </a:r>
          </a:p>
        </p:txBody>
      </p:sp>
      <p:sp>
        <p:nvSpPr>
          <p:cNvPr id="41" name="page-07-text-006-00">
            <a:extLst xmlns:a="http://schemas.openxmlformats.org/drawingml/2006/main">
              <a:ext uri="{FF2B5EF4-FFF2-40B4-BE49-F238E27FC236}">
                <a16:creationId xmlns:a16="http://schemas.microsoft.com/office/drawing/2014/main" id="{A2BA3F4D-F171-4023-82F6-7C629547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2012450"/>
            <a:ext cx="101707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2027년 상반기</a:t>
            </a:r>
          </a:p>
        </p:txBody>
      </p:sp>
      <p:sp>
        <p:nvSpPr>
          <p:cNvPr id="42" name="page-07-text-006-01">
            <a:extLst xmlns:a="http://schemas.openxmlformats.org/drawingml/2006/main">
              <a:ext uri="{FF2B5EF4-FFF2-40B4-BE49-F238E27FC236}">
                <a16:creationId xmlns:a16="http://schemas.microsoft.com/office/drawing/2014/main" id="{24D92E24-29B2-4A8B-9298-1F66B36F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2012450"/>
            <a:ext cx="167695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전환율·완료율·재방문 지표</a:t>
            </a:r>
          </a:p>
        </p:txBody>
      </p:sp>
      <p:sp>
        <p:nvSpPr>
          <p:cNvPr id="43" name="page-07-text-007-00">
            <a:extLst xmlns:a="http://schemas.openxmlformats.org/drawingml/2006/main">
              <a:ext uri="{FF2B5EF4-FFF2-40B4-BE49-F238E27FC236}">
                <a16:creationId xmlns:a16="http://schemas.microsoft.com/office/drawing/2014/main" id="{09FB6FDC-E06E-415F-92F3-618A47CB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2134410"/>
            <a:ext cx="37651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운영</a:t>
            </a:r>
          </a:p>
        </p:txBody>
      </p:sp>
      <p:sp>
        <p:nvSpPr>
          <p:cNvPr id="44" name="page-07-text-008-00">
            <a:extLst xmlns:a="http://schemas.openxmlformats.org/drawingml/2006/main">
              <a:ext uri="{FF2B5EF4-FFF2-40B4-BE49-F238E27FC236}">
                <a16:creationId xmlns:a16="http://schemas.microsoft.com/office/drawing/2014/main" id="{89F86B07-D6BC-4CA3-9DCE-88BE55D3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426264"/>
            <a:ext cx="5569349" cy="197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지원금은 레벨 추가보다 먼저 초행 플레이테스트, 복구 연출, 통합 아트·사운드, 실기기 품질에</a:t>
            </a:r>
          </a:p>
        </p:txBody>
      </p:sp>
      <p:sp>
        <p:nvSpPr>
          <p:cNvPr id="45" name="page-07-text-009-00">
            <a:extLst xmlns:a="http://schemas.openxmlformats.org/drawingml/2006/main">
              <a:ext uri="{FF2B5EF4-FFF2-40B4-BE49-F238E27FC236}">
                <a16:creationId xmlns:a16="http://schemas.microsoft.com/office/drawing/2014/main" id="{83AEF643-38C3-4247-B606-F41C8DB8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692124"/>
            <a:ext cx="345401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투입한다. 이후 검증된 제작 규칙으로 콘텐츠를 확장한다.</a:t>
            </a:r>
          </a:p>
        </p:txBody>
      </p:sp>
      <p:sp>
        <p:nvSpPr>
          <p:cNvPr id="46" name="page-07-text-010-00">
            <a:extLst xmlns:a="http://schemas.openxmlformats.org/drawingml/2006/main">
              <a:ext uri="{FF2B5EF4-FFF2-40B4-BE49-F238E27FC236}">
                <a16:creationId xmlns:a16="http://schemas.microsoft.com/office/drawing/2014/main" id="{8FEF6211-D11D-4FD8-9C47-59BFFDE7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201308"/>
            <a:ext cx="5392583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1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41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8. 현재 빌드는 핵심 루프를 처음부터 끝까지 플레이할 수 있다</a:t>
            </a:r>
          </a:p>
        </p:txBody>
      </p:sp>
      <p:sp>
        <p:nvSpPr>
          <p:cNvPr id="47" name="page-07-text-011-00">
            <a:extLst xmlns:a="http://schemas.openxmlformats.org/drawingml/2006/main">
              <a:ext uri="{FF2B5EF4-FFF2-40B4-BE49-F238E27FC236}">
                <a16:creationId xmlns:a16="http://schemas.microsoft.com/office/drawing/2014/main" id="{811EA4B6-9F6E-4451-AF6E-AA973257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3751945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구분</a:t>
            </a:r>
          </a:p>
        </p:txBody>
      </p:sp>
      <p:sp>
        <p:nvSpPr>
          <p:cNvPr id="48" name="page-07-text-011-01">
            <a:extLst xmlns:a="http://schemas.openxmlformats.org/drawingml/2006/main">
              <a:ext uri="{FF2B5EF4-FFF2-40B4-BE49-F238E27FC236}">
                <a16:creationId xmlns:a16="http://schemas.microsoft.com/office/drawing/2014/main" id="{988CCAA2-0B9D-469C-86C6-2EA642FC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3751945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현재 상태</a:t>
            </a:r>
          </a:p>
        </p:txBody>
      </p:sp>
      <p:sp>
        <p:nvSpPr>
          <p:cNvPr id="49" name="page-07-text-012-00">
            <a:extLst xmlns:a="http://schemas.openxmlformats.org/drawingml/2006/main">
              <a:ext uri="{FF2B5EF4-FFF2-40B4-BE49-F238E27FC236}">
                <a16:creationId xmlns:a16="http://schemas.microsoft.com/office/drawing/2014/main" id="{167DCD13-1B68-4658-A6E8-DB8804E7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062270"/>
            <a:ext cx="5078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콘텐츠</a:t>
            </a:r>
          </a:p>
        </p:txBody>
      </p:sp>
      <p:sp>
        <p:nvSpPr>
          <p:cNvPr id="50" name="page-07-text-012-01">
            <a:extLst xmlns:a="http://schemas.openxmlformats.org/drawingml/2006/main">
              <a:ext uri="{FF2B5EF4-FFF2-40B4-BE49-F238E27FC236}">
                <a16:creationId xmlns:a16="http://schemas.microsoft.com/office/drawing/2014/main" id="{39C79FD4-2AFE-461B-A89F-CA12C27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4062270"/>
            <a:ext cx="316843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10단계·40패턴, 3단계 탐사, 오늘의 도전, 주간 실험</a:t>
            </a:r>
          </a:p>
        </p:txBody>
      </p:sp>
      <p:sp>
        <p:nvSpPr>
          <p:cNvPr id="51" name="page-07-text-013-00">
            <a:extLst xmlns:a="http://schemas.openxmlformats.org/drawingml/2006/main">
              <a:ext uri="{FF2B5EF4-FFF2-40B4-BE49-F238E27FC236}">
                <a16:creationId xmlns:a16="http://schemas.microsoft.com/office/drawing/2014/main" id="{958E4511-DDF1-4DF6-9736-08BAF99C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405918"/>
            <a:ext cx="37651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성취</a:t>
            </a:r>
          </a:p>
        </p:txBody>
      </p:sp>
      <p:sp>
        <p:nvSpPr>
          <p:cNvPr id="52" name="page-07-text-013-01">
            <a:extLst xmlns:a="http://schemas.openxmlformats.org/drawingml/2006/main">
              <a:ext uri="{FF2B5EF4-FFF2-40B4-BE49-F238E27FC236}">
                <a16:creationId xmlns:a16="http://schemas.microsoft.com/office/drawing/2014/main" id="{9C30E0D5-30B7-4EAF-99FB-2D395089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4405918"/>
            <a:ext cx="325803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발견 도감, 섬 시설 복구·성장, 해법 도장, 파·연쇄 점수</a:t>
            </a:r>
          </a:p>
        </p:txBody>
      </p:sp>
      <p:sp>
        <p:nvSpPr>
          <p:cNvPr id="53" name="page-07-text-014-00">
            <a:extLst xmlns:a="http://schemas.openxmlformats.org/drawingml/2006/main">
              <a:ext uri="{FF2B5EF4-FFF2-40B4-BE49-F238E27FC236}">
                <a16:creationId xmlns:a16="http://schemas.microsoft.com/office/drawing/2014/main" id="{57DA7DAF-78A0-4781-9D7A-A198E5C8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749566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지원</a:t>
            </a:r>
          </a:p>
        </p:txBody>
      </p:sp>
      <p:sp>
        <p:nvSpPr>
          <p:cNvPr id="54" name="page-07-text-014-01">
            <a:extLst xmlns:a="http://schemas.openxmlformats.org/drawingml/2006/main">
              <a:ext uri="{FF2B5EF4-FFF2-40B4-BE49-F238E27FC236}">
                <a16:creationId xmlns:a16="http://schemas.microsoft.com/office/drawing/2014/main" id="{53AFB312-5978-4574-AADD-9930AF53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4749566"/>
            <a:ext cx="335003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40패턴 L1/L2, 직전 조준 비교, 실패 원인, 예상 첫 도착</a:t>
            </a:r>
          </a:p>
        </p:txBody>
      </p:sp>
      <p:sp>
        <p:nvSpPr>
          <p:cNvPr id="55" name="page-07-text-015-00">
            <a:extLst xmlns:a="http://schemas.openxmlformats.org/drawingml/2006/main">
              <a:ext uri="{FF2B5EF4-FFF2-40B4-BE49-F238E27FC236}">
                <a16:creationId xmlns:a16="http://schemas.microsoft.com/office/drawing/2014/main" id="{222D5C64-CC79-49CD-A1BF-2CA09C4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093215"/>
            <a:ext cx="80925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반복 플레이</a:t>
            </a:r>
          </a:p>
        </p:txBody>
      </p:sp>
      <p:sp>
        <p:nvSpPr>
          <p:cNvPr id="56" name="page-07-text-015-01">
            <a:extLst xmlns:a="http://schemas.openxmlformats.org/drawingml/2006/main">
              <a:ext uri="{FF2B5EF4-FFF2-40B4-BE49-F238E27FC236}">
                <a16:creationId xmlns:a16="http://schemas.microsoft.com/office/drawing/2014/main" id="{1D0BC2BF-4C44-483C-BCFE-2BD4579B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5093215"/>
            <a:ext cx="287725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런 보상, 오늘의 도전, 탐사 계약, 리플레이 비교</a:t>
            </a:r>
          </a:p>
        </p:txBody>
      </p:sp>
      <p:sp>
        <p:nvSpPr>
          <p:cNvPr id="57" name="page-07-text-016-00">
            <a:extLst xmlns:a="http://schemas.openxmlformats.org/drawingml/2006/main">
              <a:ext uri="{FF2B5EF4-FFF2-40B4-BE49-F238E27FC236}">
                <a16:creationId xmlns:a16="http://schemas.microsoft.com/office/drawing/2014/main" id="{15870C2F-6937-4630-BD1C-FC79C5E8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436863"/>
            <a:ext cx="50787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플랫폼</a:t>
            </a:r>
          </a:p>
        </p:txBody>
      </p:sp>
      <p:sp>
        <p:nvSpPr>
          <p:cNvPr id="58" name="page-07-text-016-01">
            <a:extLst xmlns:a="http://schemas.openxmlformats.org/drawingml/2006/main">
              <a:ext uri="{FF2B5EF4-FFF2-40B4-BE49-F238E27FC236}">
                <a16:creationId xmlns:a16="http://schemas.microsoft.com/office/drawing/2014/main" id="{F5161FD6-A391-45C0-B61E-68A9E820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5436863"/>
            <a:ext cx="321163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Web release, Android release APK, iOS 빌드 구조</a:t>
            </a:r>
          </a:p>
        </p:txBody>
      </p:sp>
      <p:sp>
        <p:nvSpPr>
          <p:cNvPr id="59" name="page-07-text-017-00">
            <a:extLst xmlns:a="http://schemas.openxmlformats.org/drawingml/2006/main">
              <a:ext uri="{FF2B5EF4-FFF2-40B4-BE49-F238E27FC236}">
                <a16:creationId xmlns:a16="http://schemas.microsoft.com/office/drawing/2014/main" id="{B18413AF-9E96-4E5F-8B0C-6649F115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780511"/>
            <a:ext cx="50787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안정성</a:t>
            </a:r>
          </a:p>
        </p:txBody>
      </p:sp>
      <p:sp>
        <p:nvSpPr>
          <p:cNvPr id="60" name="page-07-text-017-01">
            <a:extLst xmlns:a="http://schemas.openxmlformats.org/drawingml/2006/main">
              <a:ext uri="{FF2B5EF4-FFF2-40B4-BE49-F238E27FC236}">
                <a16:creationId xmlns:a16="http://schemas.microsoft.com/office/drawing/2014/main" id="{B09E99A6-5AEA-4CD6-9A32-CA7FFA1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5780511"/>
            <a:ext cx="317969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결정론 물리, 저장 복구, 패턴 검증, 화면·접근성 회귀</a:t>
            </a:r>
          </a:p>
        </p:txBody>
      </p:sp>
      <p:sp>
        <p:nvSpPr>
          <p:cNvPr id="61" name="page-07-text-018-00">
            <a:extLst xmlns:a="http://schemas.openxmlformats.org/drawingml/2006/main">
              <a:ext uri="{FF2B5EF4-FFF2-40B4-BE49-F238E27FC236}">
                <a16:creationId xmlns:a16="http://schemas.microsoft.com/office/drawing/2014/main" id="{902761EC-D46F-4ECD-B530-A546FA03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073342"/>
            <a:ext cx="542807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기물을 쓰지 않는 직행이 더 쉽게 남지 않도록 40개 패턴의 성공 영역을 같은 입력 격자에서</a:t>
            </a:r>
          </a:p>
        </p:txBody>
      </p:sp>
      <p:sp>
        <p:nvSpPr>
          <p:cNvPr id="62" name="page-07-text-019-00">
            <a:extLst xmlns:a="http://schemas.openxmlformats.org/drawingml/2006/main">
              <a:ext uri="{FF2B5EF4-FFF2-40B4-BE49-F238E27FC236}">
                <a16:creationId xmlns:a16="http://schemas.microsoft.com/office/drawing/2014/main" id="{4E33BEB4-B7ED-4FC4-9F28-A9BA0C5E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338224"/>
            <a:ext cx="579230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비교한다. 이 검증은 레벨의 완전성을 보조하지만, 사용자의 재미를 대신 판정하지는 않는다. 출시</a:t>
            </a:r>
          </a:p>
        </p:txBody>
      </p:sp>
      <p:sp>
        <p:nvSpPr>
          <p:cNvPr id="63" name="page-07-text-020-00">
            <a:extLst xmlns:a="http://schemas.openxmlformats.org/drawingml/2006/main">
              <a:ext uri="{FF2B5EF4-FFF2-40B4-BE49-F238E27FC236}">
                <a16:creationId xmlns:a16="http://schemas.microsoft.com/office/drawing/2014/main" id="{2D0C66CC-16B9-45ED-91B2-B2BB5A57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603107"/>
            <a:ext cx="258504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판정은 실제 초행 플레이 결과로 완성한다.</a:t>
            </a:r>
          </a:p>
        </p:txBody>
      </p:sp>
      <p:sp>
        <p:nvSpPr>
          <p:cNvPr id="64" name="page-07-text-021-00">
            <a:extLst xmlns:a="http://schemas.openxmlformats.org/drawingml/2006/main">
              <a:ext uri="{FF2B5EF4-FFF2-40B4-BE49-F238E27FC236}">
                <a16:creationId xmlns:a16="http://schemas.microsoft.com/office/drawing/2014/main" id="{D93DEA70-EDE6-4991-A2AC-4760C157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687" y="10058009"/>
            <a:ext cx="227929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3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63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Game Introduction · Page 7</a:t>
            </a:r>
          </a:p>
        </p:txBody>
      </p:sp>
    </p:spTree>
    <p:extLst>
      <p:ext uri="{BB962C8B-B14F-4D97-AF65-F5344CB8AC3E}">
        <p14:creationId xmlns:p14="http://schemas.microsoft.com/office/powerpoint/2010/main" val="306329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2026-08-17T06:32:42.5450000Z</dcterms:created>
  <dcterms:modified xsi:type="dcterms:W3CDTF">2026-08-17T06:32:42.5450000Z</dcterms:modified>
</coreProperties>
</file>