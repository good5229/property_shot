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6192db8d3da4794" /><Relationship Type="http://schemas.openxmlformats.org/officeDocument/2006/relationships/extended-properties" Target="/docProps/app.xml" Id="Re2d2bd5825ae4e6d" /><Relationship Type="http://schemas.openxmlformats.org/officeDocument/2006/relationships/officeDocument" Target="/ppt/presentation.xml" Id="Re92fc29bd2eb4bf0" /></Relationships>
</file>

<file path=ppt/presentation.xml><?xml version="1.0" encoding="utf-8"?>
<p:presentation xmlns:p="http://schemas.openxmlformats.org/presentationml/2006/main">
  <p:sldMasterIdLst>
    <p:sldMasterId xmlns:r="http://schemas.openxmlformats.org/officeDocument/2006/relationships" id="2147483648" r:id="R1eff0c8ab04140da"/>
  </p:sldMasterIdLst>
  <p:notesMasterIdLst>
    <p:notesMasterId xmlns:r="http://schemas.openxmlformats.org/officeDocument/2006/relationships" r:id="R9575554401c14264"/>
  </p:notesMasterIdLst>
  <p:sldIdLst>
    <p:sldId xmlns:r="http://schemas.openxmlformats.org/officeDocument/2006/relationships" id="256" r:id="R35ad849bd39f4e33"/>
    <p:sldId xmlns:r="http://schemas.openxmlformats.org/officeDocument/2006/relationships" id="257" r:id="R4e834c23efd94e80"/>
    <p:sldId xmlns:r="http://schemas.openxmlformats.org/officeDocument/2006/relationships" id="258" r:id="R9e2b3a0cfd994fde"/>
    <p:sldId xmlns:r="http://schemas.openxmlformats.org/officeDocument/2006/relationships" id="259" r:id="R3c33e2b672754ae4"/>
    <p:sldId xmlns:r="http://schemas.openxmlformats.org/officeDocument/2006/relationships" id="260" r:id="R1f0b7c2286bb4112"/>
    <p:sldId xmlns:r="http://schemas.openxmlformats.org/officeDocument/2006/relationships" id="261" r:id="R1f8fe5b31a544971"/>
    <p:sldId xmlns:r="http://schemas.openxmlformats.org/officeDocument/2006/relationships" id="262" r:id="R335d52078f4a475d"/>
    <p:sldId xmlns:r="http://schemas.openxmlformats.org/officeDocument/2006/relationships" id="263" r:id="Rdcfa546cbf934501"/>
    <p:sldId xmlns:r="http://schemas.openxmlformats.org/officeDocument/2006/relationships" id="264" r:id="R6e6fc942f636469e"/>
    <p:sldId xmlns:r="http://schemas.openxmlformats.org/officeDocument/2006/relationships" id="265" r:id="Rd47c1505db8343fb"/>
    <p:sldId xmlns:r="http://schemas.openxmlformats.org/officeDocument/2006/relationships" id="266" r:id="Rfa5d712f86bd4fc9"/>
    <p:sldId xmlns:r="http://schemas.openxmlformats.org/officeDocument/2006/relationships" id="267" r:id="Rde5caf04dc684a6b"/>
    <p:sldId xmlns:r="http://schemas.openxmlformats.org/officeDocument/2006/relationships" id="268" r:id="R373ddafc5a824019"/>
    <p:sldId xmlns:r="http://schemas.openxmlformats.org/officeDocument/2006/relationships" id="269" r:id="R32095e833ce44a78"/>
    <p:sldId xmlns:r="http://schemas.openxmlformats.org/officeDocument/2006/relationships" id="270" r:id="R470666de1aa04c8f"/>
    <p:sldId xmlns:r="http://schemas.openxmlformats.org/officeDocument/2006/relationships" id="271" r:id="R80fc4cc6d5494200"/>
    <p:sldId xmlns:r="http://schemas.openxmlformats.org/officeDocument/2006/relationships" id="272" r:id="R97dbae29dcd64065"/>
    <p:sldId xmlns:r="http://schemas.openxmlformats.org/officeDocument/2006/relationships" id="273" r:id="R4475a5cd034541d5"/>
    <p:sldId xmlns:r="http://schemas.openxmlformats.org/officeDocument/2006/relationships" id="274" r:id="Rf7e16f50340e4664"/>
  </p:sldIdLst>
  <p:sldSz cx="7562850" cy="10696575"/>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5eedb9f6f54760" /><Relationship Type="http://schemas.openxmlformats.org/officeDocument/2006/relationships/slideMaster" Target="/ppt/slideMasters/slideMaster1.xml" Id="R1eff0c8ab04140da" /><Relationship Type="http://schemas.openxmlformats.org/officeDocument/2006/relationships/notesMaster" Target="/ppt/notesMasters/notesMaster1.xml" Id="R9575554401c14264" /><Relationship Type="http://schemas.openxmlformats.org/officeDocument/2006/relationships/presProps" Target="/ppt/presProps.xml" Id="R91dbfa9a417b4eb6" /><Relationship Type="http://schemas.openxmlformats.org/officeDocument/2006/relationships/tableStyles" Target="/ppt/tableStyles.xml" Id="R9b1b0ec4f8fc4fe3" /><Relationship Type="http://schemas.openxmlformats.org/officeDocument/2006/relationships/slide" Target="/ppt/slides/slide1.xml" Id="R35ad849bd39f4e33" /><Relationship Type="http://schemas.openxmlformats.org/officeDocument/2006/relationships/slide" Target="/ppt/slides/slide2.xml" Id="R4e834c23efd94e80" /><Relationship Type="http://schemas.openxmlformats.org/officeDocument/2006/relationships/slide" Target="/ppt/slides/slide3.xml" Id="R9e2b3a0cfd994fde" /><Relationship Type="http://schemas.openxmlformats.org/officeDocument/2006/relationships/slide" Target="/ppt/slides/slide4.xml" Id="R3c33e2b672754ae4" /><Relationship Type="http://schemas.openxmlformats.org/officeDocument/2006/relationships/slide" Target="/ppt/slides/slide5.xml" Id="R1f0b7c2286bb4112" /><Relationship Type="http://schemas.openxmlformats.org/officeDocument/2006/relationships/slide" Target="/ppt/slides/slide6.xml" Id="R1f8fe5b31a544971" /><Relationship Type="http://schemas.openxmlformats.org/officeDocument/2006/relationships/slide" Target="/ppt/slides/slide7.xml" Id="R335d52078f4a475d" /><Relationship Type="http://schemas.openxmlformats.org/officeDocument/2006/relationships/slide" Target="/ppt/slides/slide8.xml" Id="Rdcfa546cbf934501" /><Relationship Type="http://schemas.openxmlformats.org/officeDocument/2006/relationships/slide" Target="/ppt/slides/slide9.xml" Id="R6e6fc942f636469e" /><Relationship Type="http://schemas.openxmlformats.org/officeDocument/2006/relationships/slide" Target="/ppt/slides/slide10.xml" Id="Rd47c1505db8343fb" /><Relationship Type="http://schemas.openxmlformats.org/officeDocument/2006/relationships/slide" Target="/ppt/slides/slide11.xml" Id="Rfa5d712f86bd4fc9" /><Relationship Type="http://schemas.openxmlformats.org/officeDocument/2006/relationships/slide" Target="/ppt/slides/slide12.xml" Id="Rde5caf04dc684a6b" /><Relationship Type="http://schemas.openxmlformats.org/officeDocument/2006/relationships/slide" Target="/ppt/slides/slide13.xml" Id="R373ddafc5a824019" /><Relationship Type="http://schemas.openxmlformats.org/officeDocument/2006/relationships/slide" Target="/ppt/slides/slide14.xml" Id="R32095e833ce44a78" /><Relationship Type="http://schemas.openxmlformats.org/officeDocument/2006/relationships/slide" Target="/ppt/slides/slide15.xml" Id="R470666de1aa04c8f" /><Relationship Type="http://schemas.openxmlformats.org/officeDocument/2006/relationships/slide" Target="/ppt/slides/slide16.xml" Id="R80fc4cc6d5494200" /><Relationship Type="http://schemas.openxmlformats.org/officeDocument/2006/relationships/slide" Target="/ppt/slides/slide17.xml" Id="R97dbae29dcd64065" /><Relationship Type="http://schemas.openxmlformats.org/officeDocument/2006/relationships/slide" Target="/ppt/slides/slide18.xml" Id="R4475a5cd034541d5" /><Relationship Type="http://schemas.openxmlformats.org/officeDocument/2006/relationships/slide" Target="/ppt/slides/slide19.xml" Id="Rf7e16f50340e466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05dcc2ea0c4c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d9d5ebf53a43fa" /><Relationship Type="http://schemas.openxmlformats.org/officeDocument/2006/relationships/notesMaster" Target="/ppt/notesMasters/notesMaster1.xml" Id="R0f426492afc544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8685a68d774c83" /><Relationship Type="http://schemas.openxmlformats.org/officeDocument/2006/relationships/notesMaster" Target="/ppt/notesMasters/notesMaster1.xml" Id="Rf042c8e8df0f4c7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19fb937306481d" /><Relationship Type="http://schemas.openxmlformats.org/officeDocument/2006/relationships/notesMaster" Target="/ppt/notesMasters/notesMaster1.xml" Id="Rec930321f9494c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ea076dd7d64b36" /><Relationship Type="http://schemas.openxmlformats.org/officeDocument/2006/relationships/notesMaster" Target="/ppt/notesMasters/notesMaster1.xml" Id="Ra7b5f88826d54b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d8b787a9164516" /><Relationship Type="http://schemas.openxmlformats.org/officeDocument/2006/relationships/notesMaster" Target="/ppt/notesMasters/notesMaster1.xml" Id="R110c6a05bd6a44b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aceec25f9b4812" /><Relationship Type="http://schemas.openxmlformats.org/officeDocument/2006/relationships/notesMaster" Target="/ppt/notesMasters/notesMaster1.xml" Id="Rba4cb591c7184d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34efe9d920d24940" /><Relationship Type="http://schemas.openxmlformats.org/officeDocument/2006/relationships/notesMaster" Target="/ppt/notesMasters/notesMaster1.xml" Id="R62b6c29297ed460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ddd5fd1f114201" /><Relationship Type="http://schemas.openxmlformats.org/officeDocument/2006/relationships/notesMaster" Target="/ppt/notesMasters/notesMaster1.xml" Id="R41741447b4c04b4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68561c131b46a4" /><Relationship Type="http://schemas.openxmlformats.org/officeDocument/2006/relationships/notesMaster" Target="/ppt/notesMasters/notesMaster1.xml" Id="R38a4ac8fa8c043d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f767bc9fb14fe1" /><Relationship Type="http://schemas.openxmlformats.org/officeDocument/2006/relationships/notesMaster" Target="/ppt/notesMasters/notesMaster1.xml" Id="R13fc93fe700049f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c64326ad0d4547" /><Relationship Type="http://schemas.openxmlformats.org/officeDocument/2006/relationships/notesMaster" Target="/ppt/notesMasters/notesMaster1.xml" Id="R0c96351e54874c9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16ba6d016042d6" /><Relationship Type="http://schemas.openxmlformats.org/officeDocument/2006/relationships/notesMaster" Target="/ppt/notesMasters/notesMaster1.xml" Id="R4acf59df09904ad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b211bc850c1457c" /><Relationship Type="http://schemas.openxmlformats.org/officeDocument/2006/relationships/notesMaster" Target="/ppt/notesMasters/notesMaster1.xml" Id="R0ecd84fd8ed942c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daae78853354ee6" /><Relationship Type="http://schemas.openxmlformats.org/officeDocument/2006/relationships/notesMaster" Target="/ppt/notesMasters/notesMaster1.xml" Id="R0383f20e6a0f4a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50d0b438cae47ad" /><Relationship Type="http://schemas.openxmlformats.org/officeDocument/2006/relationships/notesMaster" Target="/ppt/notesMasters/notesMaster1.xml" Id="R42b68b74c7d443b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b15fb3b2aba48fb" /><Relationship Type="http://schemas.openxmlformats.org/officeDocument/2006/relationships/notesMaster" Target="/ppt/notesMasters/notesMaster1.xml" Id="R844f3cb755e34a0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6e05aefa54146a8" /><Relationship Type="http://schemas.openxmlformats.org/officeDocument/2006/relationships/notesMaster" Target="/ppt/notesMasters/notesMaster1.xml" Id="Rc5b4cf33e0e9402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92c44899e5a4629" /><Relationship Type="http://schemas.openxmlformats.org/officeDocument/2006/relationships/notesMaster" Target="/ppt/notesMasters/notesMaster1.xml" Id="R6e828263267044b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afb9842b8a445da" /><Relationship Type="http://schemas.openxmlformats.org/officeDocument/2006/relationships/notesMaster" Target="/ppt/notesMasters/notesMaster1.xml" Id="Re8cbb34ff74f48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Project report source and local repository assets</a:t>
            </a:r>
          </a:p>
          <a:p xmlns:a="http://schemas.openxmlformats.org/drawingml/2006/main">
            <a:r>
              <a:t>- https://good5229.github.io/Property_shot/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test/goldens/charge_gauge_stage4_warningRed_left_390x844.png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test/goldens/difficulty_easy_first_arrival_768x1024.png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assets/generated/stone-v2.png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assets/generated/jelly-bumper-v1.png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assets/generated/crate-v2.png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screenshots/commercial-vertical-slice/stage4-property-ready.png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https://flutter.dev/</a:t>
            </a:r>
          </a:p>
          <a:p xmlns:a="http://schemas.openxmlformats.org/drawingml/2006/main">
            <a:r>
              <a:t>- https://pub.dev/packages/flame</a:t>
            </a:r>
          </a:p>
          <a:p xmlns:a="http://schemas.openxmlformats.org/drawingml/2006/main">
            <a:r>
              <a:t>- https://pub.dev/packages/shared_preferences</a:t>
            </a:r>
          </a:p>
          <a:p xmlns:a="http://schemas.openxmlformats.org/drawingml/2006/main">
            <a:r>
              <a:t>- https://pub.dev/packages/crypto</a:t>
            </a:r>
          </a:p>
          <a:p xmlns:a="http://schemas.openxmlformats.org/drawingml/2006/main">
            <a:r>
              <a:t>- https://pub.dev/packages/audioplayers</a:t>
            </a:r>
          </a:p>
          <a:p xmlns:a="http://schemas.openxmlformats.org/drawingml/2006/main">
            <a:r>
              <a:t>- https://hangeul.naver.com/font</a:t>
            </a:r>
          </a:p>
          <a:p xmlns:a="http://schemas.openxmlformats.org/drawingml/2006/main">
            <a:r>
              <a:t>- https://api.flutter.dev/flutter/material/Icons-class.html</a:t>
            </a:r>
          </a:p>
          <a:p xmlns:a="http://schemas.openxmlformats.org/drawingml/2006/main">
            <a:r>
              <a:t>- https://github.com/google/material-design-icons</a:t>
            </a:r>
          </a:p>
          <a:p xmlns:a="http://schemas.openxmlformats.org/drawingml/2006/main">
            <a:r>
              <a:t>- https://opengameart.org/content/smooth-physics-obstacle-props</a:t>
            </a:r>
          </a:p>
          <a:p xmlns:a="http://schemas.openxmlformats.org/drawingml/2006/main">
            <a:r>
              <a:t>- https://creativecommons.org/publicdomain/zero/1.0/legalcode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report/ai_technical_report.md</a:t>
            </a:r>
          </a:p>
          <a:p xmlns:a="http://schemas.openxmlformats.org/drawingml/2006/main">
            <a:r>
              <a:t>- https://good5229.github.io/Property_shot/</a:t>
            </a:r>
          </a:p>
          <a:p xmlns:a="http://schemas.openxmlformats.org/drawingml/2006/main">
            <a:r>
              <a:t>- https://github.com/good5229/Property_shot/actions/runs/31373105599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0463984c6a4a9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2c929d0948743b7" /><Relationship Type="http://schemas.openxmlformats.org/officeDocument/2006/relationships/slideLayout" Target="/ppt/slideLayouts/slideLayout1.xml" Id="R76a3bd2f8f694f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a3bd2f8f694f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e64ea280ada44ed" /><Relationship Type="http://schemas.openxmlformats.org/officeDocument/2006/relationships/notesSlide" Target="/ppt/notesSlides/notesSlide1.xml" Id="Re18493f3f1374c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725cf97caf043fc" /><Relationship Type="http://schemas.openxmlformats.org/officeDocument/2006/relationships/notesSlide" Target="/ppt/notesSlides/notesSlide2.xml" Id="Raa343c1f050d41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257b60eb4804ff7" /><Relationship Type="http://schemas.openxmlformats.org/officeDocument/2006/relationships/notesSlide" Target="/ppt/notesSlides/notesSlide3.xml" Id="R1b53e7c7dc2d4d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0bf3975b02841e8" /><Relationship Type="http://schemas.openxmlformats.org/officeDocument/2006/relationships/notesSlide" Target="/ppt/notesSlides/notesSlide4.xml" Id="R0b9b67e8a30d46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33f618d8dfb41fe" /><Relationship Type="http://schemas.openxmlformats.org/officeDocument/2006/relationships/notesSlide" Target="/ppt/notesSlides/notesSlide5.xml" Id="Rfd83d893b00d462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fa3d840e1d4ffc" /><Relationship Type="http://schemas.openxmlformats.org/officeDocument/2006/relationships/notesSlide" Target="/ppt/notesSlides/notesSlide6.xml" Id="R1e4eb2bf456d41d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a3af502c92c424f" /><Relationship Type="http://schemas.openxmlformats.org/officeDocument/2006/relationships/image" Target="/ppt/media/image.png" Id="Re7917538b19c4a68" /><Relationship Type="http://schemas.openxmlformats.org/officeDocument/2006/relationships/notesSlide" Target="/ppt/notesSlides/notesSlide7.xml" Id="R8cd04756164049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15382816956479f" /><Relationship Type="http://schemas.openxmlformats.org/officeDocument/2006/relationships/image" Target="/ppt/media/image2.png" Id="Re118bf4ec7b548e6" /><Relationship Type="http://schemas.openxmlformats.org/officeDocument/2006/relationships/notesSlide" Target="/ppt/notesSlides/notesSlide8.xml" Id="R8ff0376a1c7c44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f61a8b891cb4424" /><Relationship Type="http://schemas.openxmlformats.org/officeDocument/2006/relationships/notesSlide" Target="/ppt/notesSlides/notesSlide9.xml" Id="R006499f2895340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c7ba62f3fb8441d" /><Relationship Type="http://schemas.openxmlformats.org/officeDocument/2006/relationships/notesSlide" Target="/ppt/notesSlides/notesSlide10.xml" Id="Re95b21ecf87b48e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c9d0507f1904860" /><Relationship Type="http://schemas.openxmlformats.org/officeDocument/2006/relationships/notesSlide" Target="/ppt/notesSlides/notesSlide11.xml" Id="R0370c58341e34b3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b3fd8927ff34908" /><Relationship Type="http://schemas.openxmlformats.org/officeDocument/2006/relationships/image" Target="/ppt/media/image3.png" Id="R7a50ef5d2a9d4625" /><Relationship Type="http://schemas.openxmlformats.org/officeDocument/2006/relationships/notesSlide" Target="/ppt/notesSlides/notesSlide12.xml" Id="R72feb82318cf42d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4d9badb4b154b16" /><Relationship Type="http://schemas.openxmlformats.org/officeDocument/2006/relationships/image" Target="/ppt/media/image4.png" Id="R8ae05c8fd1374ed4" /><Relationship Type="http://schemas.openxmlformats.org/officeDocument/2006/relationships/notesSlide" Target="/ppt/notesSlides/notesSlide13.xml" Id="R0fc9a51f7c6a41f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fc2ca6f7344452d" /><Relationship Type="http://schemas.openxmlformats.org/officeDocument/2006/relationships/image" Target="/ppt/media/image5.png" Id="Rb918ad3a256c4507" /><Relationship Type="http://schemas.openxmlformats.org/officeDocument/2006/relationships/notesSlide" Target="/ppt/notesSlides/notesSlide14.xml" Id="Rc31bcbd326e8469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403e7a0f93b4b2c" /><Relationship Type="http://schemas.openxmlformats.org/officeDocument/2006/relationships/image" Target="/ppt/media/image6.png" Id="Ra48e3dcb16704bbe" /><Relationship Type="http://schemas.openxmlformats.org/officeDocument/2006/relationships/notesSlide" Target="/ppt/notesSlides/notesSlide15.xml" Id="Rb53f95b54e544e6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b09fe4424b64994" /><Relationship Type="http://schemas.openxmlformats.org/officeDocument/2006/relationships/notesSlide" Target="/ppt/notesSlides/notesSlide16.xml" Id="Rab7c3fa277434f9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66e7488226b4425" /><Relationship Type="http://schemas.openxmlformats.org/officeDocument/2006/relationships/notesSlide" Target="/ppt/notesSlides/notesSlide17.xml" Id="R83ea773920d2482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dab1c8c60f64c59" /><Relationship Type="http://schemas.openxmlformats.org/officeDocument/2006/relationships/notesSlide" Target="/ppt/notesSlides/notesSlide18.xml" Id="R872043b239a941a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2260f4e26534ee0" /><Relationship Type="http://schemas.openxmlformats.org/officeDocument/2006/relationships/notesSlide" Target="/ppt/notesSlides/notesSlide19.xml" Id="R3c26295323bf483f" /></Relationships>
</file>

<file path=ppt/slides/slide1.xml><?xml version="1.0" encoding="utf-8"?>
<p:sld xmlns:p="http://schemas.openxmlformats.org/presentationml/2006/main">
  <p:cSld>
    <p:bg>
      <p:bgPr>
        <a:solidFill xmlns:a="http://schemas.openxmlformats.org/drawingml/2006/main">
          <a:srgbClr val="FFF9E7"/>
        </a:solidFill>
      </p:bgPr>
    </p:bg>
    <p:spTree>
      <p:nvGrpSpPr>
        <p:cNvPr id="1" name=""/>
        <p:cNvGrpSpPr/>
        <p:nvPr/>
      </p:nvGrpSpPr>
      <p:grpSpPr>
        <a:xfrm xmlns:a="http://schemas.openxmlformats.org/drawingml/2006/main"/>
      </p:grpSpPr>
      <p:sp>
        <p:nvSpPr>
          <p:cNvPr id="9" name="cover-accent">
            <a:extLst xmlns:a="http://schemas.openxmlformats.org/drawingml/2006/main">
              <a:ext uri="{FF2B5EF4-FFF2-40B4-BE49-F238E27FC236}">
                <a16:creationId xmlns:a16="http://schemas.microsoft.com/office/drawing/2014/main" id="{2E0D472D-60FD-4D2F-86B9-112F2382A06F}"/>
              </a:ext>
            </a:extLst>
          </p:cNvPr>
          <p:cNvSpPr>
            <a:spLocks xmlns:a="http://schemas.openxmlformats.org/drawingml/2006/main" noGrp="1"/>
          </p:cNvSpPr>
          <p:nvPr/>
        </p:nvSpPr>
        <p:spPr>
          <a:xfrm xmlns:a="http://schemas.openxmlformats.org/drawingml/2006/main">
            <a:off x="0" y="0"/>
            <a:ext cx="171450" cy="10696575"/>
          </a:xfrm>
          <a:prstGeom xmlns:a="http://schemas.openxmlformats.org/drawingml/2006/main" prst="rect">
            <a:avLst/>
          </a:prstGeom>
          <a:solidFill xmlns:a="http://schemas.openxmlformats.org/drawingml/2006/main">
            <a:srgbClr val="F47661"/>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03FC6C9F-CCFA-42E4-9F25-75F2BCE43A84}"/>
              </a:ext>
            </a:extLst>
          </p:cNvPr>
          <p:cNvSpPr>
            <a:spLocks xmlns:a="http://schemas.openxmlformats.org/drawingml/2006/main" noGrp="1"/>
          </p:cNvSpPr>
          <p:nvPr/>
        </p:nvSpPr>
        <p:spPr>
          <a:xfrm xmlns:a="http://schemas.openxmlformats.org/drawingml/2006/main">
            <a:off x="742950" y="1524000"/>
            <a:ext cx="561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350" b="1">
                <a:solidFill>
                  <a:srgbClr val="D7A23D"/>
                </a:solidFill>
                <a:latin typeface="NanumGothic"/>
                <a:ea typeface="NanumGothic"/>
                <a:cs typeface="NanumGothic"/>
              </a:defRPr>
            </a:pPr>
            <a:r>
              <a:rPr sz="1350" b="1">
                <a:solidFill>
                  <a:srgbClr val="D7A23D"/>
                </a:solidFill>
                <a:latin typeface="NanumGothic"/>
                <a:ea typeface="NanumGothic"/>
                <a:cs typeface="NanumGothic"/>
              </a:rPr>
              <a:t>AI TECHNICAL REPORT</a:t>
            </a:r>
          </a:p>
        </p:txBody>
      </p:sp>
      <p:sp>
        <p:nvSpPr>
          <p:cNvPr id="3" name="cover-title">
            <a:extLst xmlns:a="http://schemas.openxmlformats.org/drawingml/2006/main">
              <a:ext uri="{FF2B5EF4-FFF2-40B4-BE49-F238E27FC236}">
                <a16:creationId xmlns:a16="http://schemas.microsoft.com/office/drawing/2014/main" id="{AF7CB933-7834-407E-9B61-89E7F201B3B8}"/>
              </a:ext>
            </a:extLst>
          </p:cNvPr>
          <p:cNvSpPr>
            <a:spLocks xmlns:a="http://schemas.openxmlformats.org/drawingml/2006/main" noGrp="1"/>
          </p:cNvSpPr>
          <p:nvPr/>
        </p:nvSpPr>
        <p:spPr>
          <a:xfrm xmlns:a="http://schemas.openxmlformats.org/drawingml/2006/main">
            <a:off x="742950" y="2333625"/>
            <a:ext cx="6096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3750" b="1">
                <a:solidFill>
                  <a:srgbClr val="173A3F"/>
                </a:solidFill>
                <a:latin typeface="NanumGothic"/>
                <a:ea typeface="NanumGothic"/>
                <a:cs typeface="NanumGothic"/>
              </a:defRPr>
            </a:pPr>
            <a:r>
              <a:rPr sz="3750" b="1">
                <a:solidFill>
                  <a:srgbClr val="173A3F"/>
                </a:solidFill>
                <a:latin typeface="NanumGothic"/>
                <a:ea typeface="NanumGothic"/>
                <a:cs typeface="NanumGothic"/>
              </a:rPr>
              <a:t>속성 한방(Property Shot)</a:t>
            </a:r>
          </a:p>
        </p:txBody>
      </p:sp>
      <p:sp>
        <p:nvSpPr>
          <p:cNvPr id="4" name="cover-subtitle">
            <a:extLst xmlns:a="http://schemas.openxmlformats.org/drawingml/2006/main">
              <a:ext uri="{FF2B5EF4-FFF2-40B4-BE49-F238E27FC236}">
                <a16:creationId xmlns:a16="http://schemas.microsoft.com/office/drawing/2014/main" id="{947D58C1-01BA-4F84-BDE2-F51B61F65FEE}"/>
              </a:ext>
            </a:extLst>
          </p:cNvPr>
          <p:cNvSpPr>
            <a:spLocks xmlns:a="http://schemas.openxmlformats.org/drawingml/2006/main" noGrp="1"/>
          </p:cNvSpPr>
          <p:nvPr/>
        </p:nvSpPr>
        <p:spPr>
          <a:xfrm xmlns:a="http://schemas.openxmlformats.org/drawingml/2006/main">
            <a:off x="742950" y="4095750"/>
            <a:ext cx="590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2100" b="1">
                <a:solidFill>
                  <a:srgbClr val="2C7A7B"/>
                </a:solidFill>
                <a:latin typeface="NanumGothic"/>
                <a:ea typeface="NanumGothic"/>
                <a:cs typeface="NanumGothic"/>
              </a:defRPr>
            </a:pPr>
            <a:r>
              <a:rPr sz="2100" b="1">
                <a:solidFill>
                  <a:srgbClr val="2C7A7B"/>
                </a:solidFill>
                <a:latin typeface="NanumGothic"/>
                <a:ea typeface="NanumGothic"/>
                <a:cs typeface="NanumGothic"/>
              </a:rPr>
              <a:t>AI 활용 기술 문서</a:t>
            </a:r>
          </a:p>
        </p:txBody>
      </p:sp>
      <p:sp>
        <p:nvSpPr>
          <p:cNvPr id="5" name="cover-rule">
            <a:extLst xmlns:a="http://schemas.openxmlformats.org/drawingml/2006/main">
              <a:ext uri="{FF2B5EF4-FFF2-40B4-BE49-F238E27FC236}">
                <a16:creationId xmlns:a16="http://schemas.microsoft.com/office/drawing/2014/main" id="{778190C1-7E67-4F43-9190-E77DD1B313D2}"/>
              </a:ext>
            </a:extLst>
          </p:cNvPr>
          <p:cNvSpPr>
            <a:spLocks xmlns:a="http://schemas.openxmlformats.org/drawingml/2006/main" noGrp="1"/>
          </p:cNvSpPr>
          <p:nvPr/>
        </p:nvSpPr>
        <p:spPr>
          <a:xfrm xmlns:a="http://schemas.openxmlformats.org/drawingml/2006/main">
            <a:off x="742950" y="5067300"/>
            <a:ext cx="1714500" cy="4762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6" name="cover-description">
            <a:extLst xmlns:a="http://schemas.openxmlformats.org/drawingml/2006/main">
              <a:ext uri="{FF2B5EF4-FFF2-40B4-BE49-F238E27FC236}">
                <a16:creationId xmlns:a16="http://schemas.microsoft.com/office/drawing/2014/main" id="{2EDC5B5F-A629-4015-92A2-16124AEC4E06}"/>
              </a:ext>
            </a:extLst>
          </p:cNvPr>
          <p:cNvSpPr>
            <a:spLocks xmlns:a="http://schemas.openxmlformats.org/drawingml/2006/main" noGrp="1"/>
          </p:cNvSpPr>
          <p:nvPr/>
        </p:nvSpPr>
        <p:spPr>
          <a:xfrm xmlns:a="http://schemas.openxmlformats.org/drawingml/2006/main">
            <a:off x="742950" y="5429250"/>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a:solidFill>
                  <a:srgbClr val="607477"/>
                </a:solidFill>
                <a:latin typeface="NanumGothic"/>
                <a:ea typeface="NanumGothic"/>
                <a:cs typeface="NanumGothic"/>
              </a:defRPr>
            </a:pPr>
            <a:r>
              <a:rPr sz="1650" b="0">
                <a:solidFill>
                  <a:srgbClr val="607477"/>
                </a:solidFill>
                <a:latin typeface="NanumGothic"/>
                <a:ea typeface="NanumGothic"/>
                <a:cs typeface="NanumGothic"/>
              </a:rPr>
              <a:t>속성을 옮기고, 장면의 상태를 설계하는 세로형 물리 퍼즐</a:t>
            </a:r>
          </a:p>
        </p:txBody>
      </p:sp>
      <p:sp>
        <p:nvSpPr>
          <p:cNvPr id="7" name="cover-meta">
            <a:extLst xmlns:a="http://schemas.openxmlformats.org/drawingml/2006/main">
              <a:ext uri="{FF2B5EF4-FFF2-40B4-BE49-F238E27FC236}">
                <a16:creationId xmlns:a16="http://schemas.microsoft.com/office/drawing/2014/main" id="{5AE9B627-0EAF-4E71-97E5-2286E3958C2D}"/>
              </a:ext>
            </a:extLst>
          </p:cNvPr>
          <p:cNvSpPr>
            <a:spLocks xmlns:a="http://schemas.openxmlformats.org/drawingml/2006/main" noGrp="1"/>
          </p:cNvSpPr>
          <p:nvPr/>
        </p:nvSpPr>
        <p:spPr>
          <a:xfrm xmlns:a="http://schemas.openxmlformats.org/drawingml/2006/main">
            <a:off x="742950" y="8763000"/>
            <a:ext cx="5810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2026-08-10 KST</a:t>
            </a:r>
          </a:p>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https://good5229.github.io/Property_shot/</a:t>
            </a:r>
          </a:p>
        </p:txBody>
      </p:sp>
      <p:sp>
        <p:nvSpPr>
          <p:cNvPr id="8" name="cover-page">
            <a:extLst xmlns:a="http://schemas.openxmlformats.org/drawingml/2006/main">
              <a:ext uri="{FF2B5EF4-FFF2-40B4-BE49-F238E27FC236}">
                <a16:creationId xmlns:a16="http://schemas.microsoft.com/office/drawing/2014/main" id="{67FA1914-D95F-4E37-8143-DFA9C8F6B16C}"/>
              </a:ext>
            </a:extLst>
          </p:cNvPr>
          <p:cNvSpPr>
            <a:spLocks xmlns:a="http://schemas.openxmlformats.org/drawingml/2006/main" noGrp="1"/>
          </p:cNvSpPr>
          <p:nvPr/>
        </p:nvSpPr>
        <p:spPr>
          <a:xfrm xmlns:a="http://schemas.openxmlformats.org/drawingml/2006/main">
            <a:off x="6705600" y="9963150"/>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a:t>
            </a:r>
          </a:p>
        </p:txBody>
      </p:sp>
    </p:spTree>
    <p:extLst>
      <p:ext uri="{BB962C8B-B14F-4D97-AF65-F5344CB8AC3E}">
        <p14:creationId xmlns:p14="http://schemas.microsoft.com/office/powerpoint/2010/main" val="16099609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1BF53D55-6BA6-449B-92CD-70347B10E6FA}"/>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71F06BCF-3E06-4623-A2AB-2784F3E5E695}"/>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2</a:t>
            </a:r>
          </a:p>
        </p:txBody>
      </p:sp>
      <p:sp>
        <p:nvSpPr>
          <p:cNvPr id="3" name="header-rule">
            <a:extLst xmlns:a="http://schemas.openxmlformats.org/drawingml/2006/main">
              <a:ext uri="{FF2B5EF4-FFF2-40B4-BE49-F238E27FC236}">
                <a16:creationId xmlns:a16="http://schemas.microsoft.com/office/drawing/2014/main" id="{23BE4BF7-0791-4621-BEF9-191DDC600DAD}"/>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40C2E3B1-2B1F-4E29-B707-CA035976E40D}"/>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문서 개요</a:t>
            </a:r>
          </a:p>
        </p:txBody>
      </p:sp>
      <p:sp>
        <p:nvSpPr>
          <p:cNvPr id="5" name="paragraph-140">
            <a:extLst xmlns:a="http://schemas.openxmlformats.org/drawingml/2006/main">
              <a:ext uri="{FF2B5EF4-FFF2-40B4-BE49-F238E27FC236}">
                <a16:creationId xmlns:a16="http://schemas.microsoft.com/office/drawing/2014/main" id="{7DD272DC-2032-498C-96CC-B793623F0391}"/>
              </a:ext>
            </a:extLst>
          </p:cNvPr>
          <p:cNvSpPr>
            <a:spLocks xmlns:a="http://schemas.openxmlformats.org/drawingml/2006/main" noGrp="1"/>
          </p:cNvSpPr>
          <p:nvPr/>
        </p:nvSpPr>
        <p:spPr>
          <a:xfrm xmlns:a="http://schemas.openxmlformats.org/drawingml/2006/main">
            <a:off x="533400" y="13335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작성일: 2026-08-10 KST 기능 기준: main / 배포 커밋 69744c6d3183b4933817066f80221c2f8fd69630 제출 형식: AI 활용 기술 PDF</a:t>
            </a:r>
          </a:p>
        </p:txBody>
      </p:sp>
    </p:spTree>
    <p:extLst>
      <p:ext uri="{BB962C8B-B14F-4D97-AF65-F5344CB8AC3E}">
        <p14:creationId xmlns:p14="http://schemas.microsoft.com/office/powerpoint/2010/main" val="6788957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running-label">
            <a:extLst xmlns:a="http://schemas.openxmlformats.org/drawingml/2006/main">
              <a:ext uri="{FF2B5EF4-FFF2-40B4-BE49-F238E27FC236}">
                <a16:creationId xmlns:a16="http://schemas.microsoft.com/office/drawing/2014/main" id="{A6A690B8-6CA7-4360-9011-0B94F4910FBB}"/>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FCF47960-131A-4F5B-8128-93C9673E7B98}"/>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3</a:t>
            </a:r>
          </a:p>
        </p:txBody>
      </p:sp>
      <p:sp>
        <p:nvSpPr>
          <p:cNvPr id="3" name="header-rule">
            <a:extLst xmlns:a="http://schemas.openxmlformats.org/drawingml/2006/main">
              <a:ext uri="{FF2B5EF4-FFF2-40B4-BE49-F238E27FC236}">
                <a16:creationId xmlns:a16="http://schemas.microsoft.com/office/drawing/2014/main" id="{F5DD19A9-D89F-4BF1-B1B2-C299DD4F0FF8}"/>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71AAE0DA-50BA-4BA2-B54E-3D7A1A80AA1E}"/>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1. AI 활용 개요</a:t>
            </a:r>
          </a:p>
        </p:txBody>
      </p:sp>
      <p:sp>
        <p:nvSpPr>
          <p:cNvPr id="5" name="paragraph-140">
            <a:extLst xmlns:a="http://schemas.openxmlformats.org/drawingml/2006/main">
              <a:ext uri="{FF2B5EF4-FFF2-40B4-BE49-F238E27FC236}">
                <a16:creationId xmlns:a16="http://schemas.microsoft.com/office/drawing/2014/main" id="{6AD56050-1A5C-46EC-8F40-CF1A5A29DBF3}"/>
              </a:ext>
            </a:extLst>
          </p:cNvPr>
          <p:cNvSpPr>
            <a:spLocks xmlns:a="http://schemas.openxmlformats.org/drawingml/2006/main" noGrp="1"/>
          </p:cNvSpPr>
          <p:nvPr/>
        </p:nvSpPr>
        <p:spPr>
          <a:xfrm xmlns:a="http://schemas.openxmlformats.org/drawingml/2006/main">
            <a:off x="533400" y="1333500"/>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속성 한방은 사람이 게임 철학·난이도 정책·출시 범위를 결정하고, Codex가 저장소 분석·구현·테스트·문서화의 반복 작업을 수행한 협업 프로젝트다. AI 결과는 바로 채택하지 않고 코드 회귀, Golden 화면, 정적 분석, 출시 빌드, 독립 감사로 검증했다.</a:t>
            </a:r>
          </a:p>
        </p:txBody>
      </p:sp>
      <p:sp>
        <p:nvSpPr>
          <p:cNvPr id="6" name="table-cell-236.96-0-0">
            <a:extLst xmlns:a="http://schemas.openxmlformats.org/drawingml/2006/main">
              <a:ext uri="{FF2B5EF4-FFF2-40B4-BE49-F238E27FC236}">
                <a16:creationId xmlns:a16="http://schemas.microsoft.com/office/drawing/2014/main" id="{C01714BF-96DA-4579-93D9-5130A9657EA9}"/>
              </a:ext>
            </a:extLst>
          </p:cNvPr>
          <p:cNvSpPr>
            <a:spLocks xmlns:a="http://schemas.openxmlformats.org/drawingml/2006/main" noGrp="1"/>
          </p:cNvSpPr>
          <p:nvPr/>
        </p:nvSpPr>
        <p:spPr>
          <a:xfrm xmlns:a="http://schemas.openxmlformats.org/drawingml/2006/main">
            <a:off x="533400" y="2257044"/>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7" name="table-text-236.96-0-0">
            <a:extLst xmlns:a="http://schemas.openxmlformats.org/drawingml/2006/main">
              <a:ext uri="{FF2B5EF4-FFF2-40B4-BE49-F238E27FC236}">
                <a16:creationId xmlns:a16="http://schemas.microsoft.com/office/drawing/2014/main" id="{F68B82B5-6857-4CF2-A62A-046C0F845D27}"/>
              </a:ext>
            </a:extLst>
          </p:cNvPr>
          <p:cNvSpPr>
            <a:spLocks xmlns:a="http://schemas.openxmlformats.org/drawingml/2006/main" noGrp="1"/>
          </p:cNvSpPr>
          <p:nvPr/>
        </p:nvSpPr>
        <p:spPr>
          <a:xfrm xmlns:a="http://schemas.openxmlformats.org/drawingml/2006/main">
            <a:off x="619125" y="2323719"/>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역할</a:t>
            </a:r>
          </a:p>
        </p:txBody>
      </p:sp>
      <p:sp>
        <p:nvSpPr>
          <p:cNvPr id="8" name="table-cell-236.96-0-1">
            <a:extLst xmlns:a="http://schemas.openxmlformats.org/drawingml/2006/main">
              <a:ext uri="{FF2B5EF4-FFF2-40B4-BE49-F238E27FC236}">
                <a16:creationId xmlns:a16="http://schemas.microsoft.com/office/drawing/2014/main" id="{5AEAE7DE-317E-4523-AA60-3053C2EF21F3}"/>
              </a:ext>
            </a:extLst>
          </p:cNvPr>
          <p:cNvSpPr>
            <a:spLocks xmlns:a="http://schemas.openxmlformats.org/drawingml/2006/main" noGrp="1"/>
          </p:cNvSpPr>
          <p:nvPr/>
        </p:nvSpPr>
        <p:spPr>
          <a:xfrm xmlns:a="http://schemas.openxmlformats.org/drawingml/2006/main">
            <a:off x="3781425" y="2257044"/>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9" name="table-text-236.96-0-1">
            <a:extLst xmlns:a="http://schemas.openxmlformats.org/drawingml/2006/main">
              <a:ext uri="{FF2B5EF4-FFF2-40B4-BE49-F238E27FC236}">
                <a16:creationId xmlns:a16="http://schemas.microsoft.com/office/drawing/2014/main" id="{B3C8286D-C009-444A-9C1D-1B59F344D505}"/>
              </a:ext>
            </a:extLst>
          </p:cNvPr>
          <p:cNvSpPr>
            <a:spLocks xmlns:a="http://schemas.openxmlformats.org/drawingml/2006/main" noGrp="1"/>
          </p:cNvSpPr>
          <p:nvPr/>
        </p:nvSpPr>
        <p:spPr>
          <a:xfrm xmlns:a="http://schemas.openxmlformats.org/drawingml/2006/main">
            <a:off x="3867150" y="2323719"/>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책임</a:t>
            </a:r>
          </a:p>
        </p:txBody>
      </p:sp>
      <p:sp>
        <p:nvSpPr>
          <p:cNvPr id="10" name="table-cell-236.96-1-0">
            <a:extLst xmlns:a="http://schemas.openxmlformats.org/drawingml/2006/main">
              <a:ext uri="{FF2B5EF4-FFF2-40B4-BE49-F238E27FC236}">
                <a16:creationId xmlns:a16="http://schemas.microsoft.com/office/drawing/2014/main" id="{7C553E0F-1AD4-47CF-B5AB-1CC70AF2BAB6}"/>
              </a:ext>
            </a:extLst>
          </p:cNvPr>
          <p:cNvSpPr>
            <a:spLocks xmlns:a="http://schemas.openxmlformats.org/drawingml/2006/main" noGrp="1"/>
          </p:cNvSpPr>
          <p:nvPr/>
        </p:nvSpPr>
        <p:spPr>
          <a:xfrm xmlns:a="http://schemas.openxmlformats.org/drawingml/2006/main">
            <a:off x="533400" y="2714244"/>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1" name="table-text-236.96-1-0">
            <a:extLst xmlns:a="http://schemas.openxmlformats.org/drawingml/2006/main">
              <a:ext uri="{FF2B5EF4-FFF2-40B4-BE49-F238E27FC236}">
                <a16:creationId xmlns:a16="http://schemas.microsoft.com/office/drawing/2014/main" id="{20193B11-8FC4-4080-9AFF-957DBB5E4031}"/>
              </a:ext>
            </a:extLst>
          </p:cNvPr>
          <p:cNvSpPr>
            <a:spLocks xmlns:a="http://schemas.openxmlformats.org/drawingml/2006/main" noGrp="1"/>
          </p:cNvSpPr>
          <p:nvPr/>
        </p:nvSpPr>
        <p:spPr>
          <a:xfrm xmlns:a="http://schemas.openxmlformats.org/drawingml/2006/main">
            <a:off x="619125" y="278091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사람</a:t>
            </a:r>
          </a:p>
        </p:txBody>
      </p:sp>
      <p:sp>
        <p:nvSpPr>
          <p:cNvPr id="12" name="table-cell-236.96-1-1">
            <a:extLst xmlns:a="http://schemas.openxmlformats.org/drawingml/2006/main">
              <a:ext uri="{FF2B5EF4-FFF2-40B4-BE49-F238E27FC236}">
                <a16:creationId xmlns:a16="http://schemas.microsoft.com/office/drawing/2014/main" id="{7F603093-01FD-4416-9009-1F6CAE005BD0}"/>
              </a:ext>
            </a:extLst>
          </p:cNvPr>
          <p:cNvSpPr>
            <a:spLocks xmlns:a="http://schemas.openxmlformats.org/drawingml/2006/main" noGrp="1"/>
          </p:cNvSpPr>
          <p:nvPr/>
        </p:nvSpPr>
        <p:spPr>
          <a:xfrm xmlns:a="http://schemas.openxmlformats.org/drawingml/2006/main">
            <a:off x="3781425" y="2714244"/>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3" name="table-text-236.96-1-1">
            <a:extLst xmlns:a="http://schemas.openxmlformats.org/drawingml/2006/main">
              <a:ext uri="{FF2B5EF4-FFF2-40B4-BE49-F238E27FC236}">
                <a16:creationId xmlns:a16="http://schemas.microsoft.com/office/drawing/2014/main" id="{986F21D9-8C16-4DB1-B8A2-AE0198EE7BD1}"/>
              </a:ext>
            </a:extLst>
          </p:cNvPr>
          <p:cNvSpPr>
            <a:spLocks xmlns:a="http://schemas.openxmlformats.org/drawingml/2006/main" noGrp="1"/>
          </p:cNvSpPr>
          <p:nvPr/>
        </p:nvSpPr>
        <p:spPr>
          <a:xfrm xmlns:a="http://schemas.openxmlformats.org/drawingml/2006/main">
            <a:off x="3867150" y="278091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게임 규칙, 사용자 경험, 난이도/기록 정책, 최종 승인</a:t>
            </a:r>
          </a:p>
        </p:txBody>
      </p:sp>
      <p:sp>
        <p:nvSpPr>
          <p:cNvPr id="14" name="table-cell-236.96-2-0">
            <a:extLst xmlns:a="http://schemas.openxmlformats.org/drawingml/2006/main">
              <a:ext uri="{FF2B5EF4-FFF2-40B4-BE49-F238E27FC236}">
                <a16:creationId xmlns:a16="http://schemas.microsoft.com/office/drawing/2014/main" id="{A48836F9-6190-46EE-B2AE-BC3C73DEC122}"/>
              </a:ext>
            </a:extLst>
          </p:cNvPr>
          <p:cNvSpPr>
            <a:spLocks xmlns:a="http://schemas.openxmlformats.org/drawingml/2006/main" noGrp="1"/>
          </p:cNvSpPr>
          <p:nvPr/>
        </p:nvSpPr>
        <p:spPr>
          <a:xfrm xmlns:a="http://schemas.openxmlformats.org/drawingml/2006/main">
            <a:off x="533400" y="3114294"/>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5" name="table-text-236.96-2-0">
            <a:extLst xmlns:a="http://schemas.openxmlformats.org/drawingml/2006/main">
              <a:ext uri="{FF2B5EF4-FFF2-40B4-BE49-F238E27FC236}">
                <a16:creationId xmlns:a16="http://schemas.microsoft.com/office/drawing/2014/main" id="{2E086E79-0CA2-4511-B76A-32B2567575F2}"/>
              </a:ext>
            </a:extLst>
          </p:cNvPr>
          <p:cNvSpPr>
            <a:spLocks xmlns:a="http://schemas.openxmlformats.org/drawingml/2006/main" noGrp="1"/>
          </p:cNvSpPr>
          <p:nvPr/>
        </p:nvSpPr>
        <p:spPr>
          <a:xfrm xmlns:a="http://schemas.openxmlformats.org/drawingml/2006/main">
            <a:off x="619125" y="318096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Terra 실행 에이전트</a:t>
            </a:r>
          </a:p>
        </p:txBody>
      </p:sp>
      <p:sp>
        <p:nvSpPr>
          <p:cNvPr id="16" name="table-cell-236.96-2-1">
            <a:extLst xmlns:a="http://schemas.openxmlformats.org/drawingml/2006/main">
              <a:ext uri="{FF2B5EF4-FFF2-40B4-BE49-F238E27FC236}">
                <a16:creationId xmlns:a16="http://schemas.microsoft.com/office/drawing/2014/main" id="{D8F66DA5-0948-4F5B-95C5-FEE9C86D6719}"/>
              </a:ext>
            </a:extLst>
          </p:cNvPr>
          <p:cNvSpPr>
            <a:spLocks xmlns:a="http://schemas.openxmlformats.org/drawingml/2006/main" noGrp="1"/>
          </p:cNvSpPr>
          <p:nvPr/>
        </p:nvSpPr>
        <p:spPr>
          <a:xfrm xmlns:a="http://schemas.openxmlformats.org/drawingml/2006/main">
            <a:off x="3781425" y="3114294"/>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7" name="table-text-236.96-2-1">
            <a:extLst xmlns:a="http://schemas.openxmlformats.org/drawingml/2006/main">
              <a:ext uri="{FF2B5EF4-FFF2-40B4-BE49-F238E27FC236}">
                <a16:creationId xmlns:a16="http://schemas.microsoft.com/office/drawing/2014/main" id="{1C811738-18DD-4733-8A82-AC52EF44D942}"/>
              </a:ext>
            </a:extLst>
          </p:cNvPr>
          <p:cNvSpPr>
            <a:spLocks xmlns:a="http://schemas.openxmlformats.org/drawingml/2006/main" noGrp="1"/>
          </p:cNvSpPr>
          <p:nvPr/>
        </p:nvSpPr>
        <p:spPr>
          <a:xfrm xmlns:a="http://schemas.openxmlformats.org/drawingml/2006/main">
            <a:off x="3867150" y="318096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1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애셋·보고서·게이지·튜토리얼·난이도별 독립 분석과 구현</a:t>
            </a:r>
          </a:p>
        </p:txBody>
      </p:sp>
      <p:sp>
        <p:nvSpPr>
          <p:cNvPr id="18" name="table-cell-236.96-3-0">
            <a:extLst xmlns:a="http://schemas.openxmlformats.org/drawingml/2006/main">
              <a:ext uri="{FF2B5EF4-FFF2-40B4-BE49-F238E27FC236}">
                <a16:creationId xmlns:a16="http://schemas.microsoft.com/office/drawing/2014/main" id="{F8173B26-11FA-47ED-8EE3-BC7FE811CB7E}"/>
              </a:ext>
            </a:extLst>
          </p:cNvPr>
          <p:cNvSpPr>
            <a:spLocks xmlns:a="http://schemas.openxmlformats.org/drawingml/2006/main" noGrp="1"/>
          </p:cNvSpPr>
          <p:nvPr/>
        </p:nvSpPr>
        <p:spPr>
          <a:xfrm xmlns:a="http://schemas.openxmlformats.org/drawingml/2006/main">
            <a:off x="533400" y="3514344"/>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9" name="table-text-236.96-3-0">
            <a:extLst xmlns:a="http://schemas.openxmlformats.org/drawingml/2006/main">
              <a:ext uri="{FF2B5EF4-FFF2-40B4-BE49-F238E27FC236}">
                <a16:creationId xmlns:a16="http://schemas.microsoft.com/office/drawing/2014/main" id="{38D890BB-3697-4282-A2BC-B6C48C3C325F}"/>
              </a:ext>
            </a:extLst>
          </p:cNvPr>
          <p:cNvSpPr>
            <a:spLocks xmlns:a="http://schemas.openxmlformats.org/drawingml/2006/main" noGrp="1"/>
          </p:cNvSpPr>
          <p:nvPr/>
        </p:nvSpPr>
        <p:spPr>
          <a:xfrm xmlns:a="http://schemas.openxmlformats.org/drawingml/2006/main">
            <a:off x="619125" y="358101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Sol 총괄 검사 에이전트</a:t>
            </a:r>
          </a:p>
        </p:txBody>
      </p:sp>
      <p:sp>
        <p:nvSpPr>
          <p:cNvPr id="20" name="table-cell-236.96-3-1">
            <a:extLst xmlns:a="http://schemas.openxmlformats.org/drawingml/2006/main">
              <a:ext uri="{FF2B5EF4-FFF2-40B4-BE49-F238E27FC236}">
                <a16:creationId xmlns:a16="http://schemas.microsoft.com/office/drawing/2014/main" id="{94075722-383B-4AEE-A217-3E028ABDE1F5}"/>
              </a:ext>
            </a:extLst>
          </p:cNvPr>
          <p:cNvSpPr>
            <a:spLocks xmlns:a="http://schemas.openxmlformats.org/drawingml/2006/main" noGrp="1"/>
          </p:cNvSpPr>
          <p:nvPr/>
        </p:nvSpPr>
        <p:spPr>
          <a:xfrm xmlns:a="http://schemas.openxmlformats.org/drawingml/2006/main">
            <a:off x="3781425" y="3514344"/>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1" name="table-text-236.96-3-1">
            <a:extLst xmlns:a="http://schemas.openxmlformats.org/drawingml/2006/main">
              <a:ext uri="{FF2B5EF4-FFF2-40B4-BE49-F238E27FC236}">
                <a16:creationId xmlns:a16="http://schemas.microsoft.com/office/drawing/2014/main" id="{3853DAA1-916C-4E94-8B17-BB808C34FBDC}"/>
              </a:ext>
            </a:extLst>
          </p:cNvPr>
          <p:cNvSpPr>
            <a:spLocks xmlns:a="http://schemas.openxmlformats.org/drawingml/2006/main" noGrp="1"/>
          </p:cNvSpPr>
          <p:nvPr/>
        </p:nvSpPr>
        <p:spPr>
          <a:xfrm xmlns:a="http://schemas.openxmlformats.org/drawingml/2006/main">
            <a:off x="3867150" y="358101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254"/>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설정 충돌, 결정론, 기록 공정성, 접근성, 증거 완결성의 독립 감사</a:t>
            </a:r>
          </a:p>
        </p:txBody>
      </p:sp>
      <p:sp>
        <p:nvSpPr>
          <p:cNvPr id="22" name="table-cell-236.96-4-0">
            <a:extLst xmlns:a="http://schemas.openxmlformats.org/drawingml/2006/main">
              <a:ext uri="{FF2B5EF4-FFF2-40B4-BE49-F238E27FC236}">
                <a16:creationId xmlns:a16="http://schemas.microsoft.com/office/drawing/2014/main" id="{4B6171CC-6CEA-47D5-A49B-01EE3FE7BB99}"/>
              </a:ext>
            </a:extLst>
          </p:cNvPr>
          <p:cNvSpPr>
            <a:spLocks xmlns:a="http://schemas.openxmlformats.org/drawingml/2006/main" noGrp="1"/>
          </p:cNvSpPr>
          <p:nvPr/>
        </p:nvSpPr>
        <p:spPr>
          <a:xfrm xmlns:a="http://schemas.openxmlformats.org/drawingml/2006/main">
            <a:off x="533400" y="3914394"/>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3" name="table-text-236.96-4-0">
            <a:extLst xmlns:a="http://schemas.openxmlformats.org/drawingml/2006/main">
              <a:ext uri="{FF2B5EF4-FFF2-40B4-BE49-F238E27FC236}">
                <a16:creationId xmlns:a16="http://schemas.microsoft.com/office/drawing/2014/main" id="{8A79084B-2551-4BB7-AA0F-02CB2090EC47}"/>
              </a:ext>
            </a:extLst>
          </p:cNvPr>
          <p:cNvSpPr>
            <a:spLocks xmlns:a="http://schemas.openxmlformats.org/drawingml/2006/main" noGrp="1"/>
          </p:cNvSpPr>
          <p:nvPr/>
        </p:nvSpPr>
        <p:spPr>
          <a:xfrm xmlns:a="http://schemas.openxmlformats.org/drawingml/2006/main">
            <a:off x="619125" y="398106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Codex 루트 에이전트</a:t>
            </a:r>
          </a:p>
        </p:txBody>
      </p:sp>
      <p:sp>
        <p:nvSpPr>
          <p:cNvPr id="24" name="table-cell-236.96-4-1">
            <a:extLst xmlns:a="http://schemas.openxmlformats.org/drawingml/2006/main">
              <a:ext uri="{FF2B5EF4-FFF2-40B4-BE49-F238E27FC236}">
                <a16:creationId xmlns:a16="http://schemas.microsoft.com/office/drawing/2014/main" id="{DE53F44F-0F03-459C-A342-B7F86535E213}"/>
              </a:ext>
            </a:extLst>
          </p:cNvPr>
          <p:cNvSpPr>
            <a:spLocks xmlns:a="http://schemas.openxmlformats.org/drawingml/2006/main" noGrp="1"/>
          </p:cNvSpPr>
          <p:nvPr/>
        </p:nvSpPr>
        <p:spPr>
          <a:xfrm xmlns:a="http://schemas.openxmlformats.org/drawingml/2006/main">
            <a:off x="3781425" y="3914394"/>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5" name="table-text-236.96-4-1">
            <a:extLst xmlns:a="http://schemas.openxmlformats.org/drawingml/2006/main">
              <a:ext uri="{FF2B5EF4-FFF2-40B4-BE49-F238E27FC236}">
                <a16:creationId xmlns:a16="http://schemas.microsoft.com/office/drawing/2014/main" id="{68432696-9B46-45C3-8CF7-1169852EA3DC}"/>
              </a:ext>
            </a:extLst>
          </p:cNvPr>
          <p:cNvSpPr>
            <a:spLocks xmlns:a="http://schemas.openxmlformats.org/drawingml/2006/main" noGrp="1"/>
          </p:cNvSpPr>
          <p:nvPr/>
        </p:nvSpPr>
        <p:spPr>
          <a:xfrm xmlns:a="http://schemas.openxmlformats.org/drawingml/2006/main">
            <a:off x="3867150" y="3981069"/>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91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작업 순서·공유 파일 충돌 제어, 통합 테스트, 빌드, 배포, 문서 산출</a:t>
            </a:r>
          </a:p>
        </p:txBody>
      </p:sp>
      <p:sp>
        <p:nvSpPr>
          <p:cNvPr id="26" name="paragraph-468.96000000000004">
            <a:extLst xmlns:a="http://schemas.openxmlformats.org/drawingml/2006/main">
              <a:ext uri="{FF2B5EF4-FFF2-40B4-BE49-F238E27FC236}">
                <a16:creationId xmlns:a16="http://schemas.microsoft.com/office/drawing/2014/main" id="{349D73CB-F58A-4792-B24A-5A38A871D28A}"/>
              </a:ext>
            </a:extLst>
          </p:cNvPr>
          <p:cNvSpPr>
            <a:spLocks xmlns:a="http://schemas.openxmlformats.org/drawingml/2006/main" noGrp="1"/>
          </p:cNvSpPr>
          <p:nvPr/>
        </p:nvSpPr>
        <p:spPr>
          <a:xfrm xmlns:a="http://schemas.openxmlformats.org/drawingml/2006/main">
            <a:off x="533400" y="4466844"/>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요청된 5.6 luna는 현재 환경에서 제공되지 않아 실행 담당은 gpt-5.6-terra, 총괄 검사는 요청대로 gpt-5.6-sol을 사용했다.</a:t>
            </a:r>
          </a:p>
        </p:txBody>
      </p:sp>
    </p:spTree>
    <p:extLst>
      <p:ext uri="{BB962C8B-B14F-4D97-AF65-F5344CB8AC3E}">
        <p14:creationId xmlns:p14="http://schemas.microsoft.com/office/powerpoint/2010/main" val="11573528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running-label">
            <a:extLst xmlns:a="http://schemas.openxmlformats.org/drawingml/2006/main">
              <a:ext uri="{FF2B5EF4-FFF2-40B4-BE49-F238E27FC236}">
                <a16:creationId xmlns:a16="http://schemas.microsoft.com/office/drawing/2014/main" id="{F3A9F2B3-D052-4F39-AA55-99CD82D8CEA8}"/>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D55A1168-A3F5-4A7F-9CA9-C44F43CC8752}"/>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4</a:t>
            </a:r>
          </a:p>
        </p:txBody>
      </p:sp>
      <p:sp>
        <p:nvSpPr>
          <p:cNvPr id="3" name="header-rule">
            <a:extLst xmlns:a="http://schemas.openxmlformats.org/drawingml/2006/main">
              <a:ext uri="{FF2B5EF4-FFF2-40B4-BE49-F238E27FC236}">
                <a16:creationId xmlns:a16="http://schemas.microsoft.com/office/drawing/2014/main" id="{E62B331E-457F-41D2-A25E-F50D9992CB1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C2A42A77-CFD4-4B8D-83D6-DFF8880B102B}"/>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2. 개발 구조와 AI 적용 지점</a:t>
            </a:r>
          </a:p>
        </p:txBody>
      </p:sp>
      <p:sp>
        <p:nvSpPr>
          <p:cNvPr id="5" name="table-cell-140-0-0">
            <a:extLst xmlns:a="http://schemas.openxmlformats.org/drawingml/2006/main">
              <a:ext uri="{FF2B5EF4-FFF2-40B4-BE49-F238E27FC236}">
                <a16:creationId xmlns:a16="http://schemas.microsoft.com/office/drawing/2014/main" id="{5D8BD783-E581-49DC-8162-A32D6ACABD62}"/>
              </a:ext>
            </a:extLst>
          </p:cNvPr>
          <p:cNvSpPr>
            <a:spLocks xmlns:a="http://schemas.openxmlformats.org/drawingml/2006/main" noGrp="1"/>
          </p:cNvSpPr>
          <p:nvPr/>
        </p:nvSpPr>
        <p:spPr>
          <a:xfrm xmlns:a="http://schemas.openxmlformats.org/drawingml/2006/main">
            <a:off x="5334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48595890-3051-4F81-9649-9E6E4E54AE3D}"/>
              </a:ext>
            </a:extLst>
          </p:cNvPr>
          <p:cNvSpPr>
            <a:spLocks xmlns:a="http://schemas.openxmlformats.org/drawingml/2006/main" noGrp="1"/>
          </p:cNvSpPr>
          <p:nvPr/>
        </p:nvSpPr>
        <p:spPr>
          <a:xfrm xmlns:a="http://schemas.openxmlformats.org/drawingml/2006/main">
            <a:off x="6191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계층</a:t>
            </a:r>
          </a:p>
        </p:txBody>
      </p:sp>
      <p:sp>
        <p:nvSpPr>
          <p:cNvPr id="7" name="table-cell-140-0-1">
            <a:extLst xmlns:a="http://schemas.openxmlformats.org/drawingml/2006/main">
              <a:ext uri="{FF2B5EF4-FFF2-40B4-BE49-F238E27FC236}">
                <a16:creationId xmlns:a16="http://schemas.microsoft.com/office/drawing/2014/main" id="{D6BD31BC-2322-4D53-92F5-4F1BAD00C701}"/>
              </a:ext>
            </a:extLst>
          </p:cNvPr>
          <p:cNvSpPr>
            <a:spLocks xmlns:a="http://schemas.openxmlformats.org/drawingml/2006/main" noGrp="1"/>
          </p:cNvSpPr>
          <p:nvPr/>
        </p:nvSpPr>
        <p:spPr>
          <a:xfrm xmlns:a="http://schemas.openxmlformats.org/drawingml/2006/main">
            <a:off x="269875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B73F4DBB-65A8-4B83-BB6B-C1C29FC193DB}"/>
              </a:ext>
            </a:extLst>
          </p:cNvPr>
          <p:cNvSpPr>
            <a:spLocks xmlns:a="http://schemas.openxmlformats.org/drawingml/2006/main" noGrp="1"/>
          </p:cNvSpPr>
          <p:nvPr/>
        </p:nvSpPr>
        <p:spPr>
          <a:xfrm xmlns:a="http://schemas.openxmlformats.org/drawingml/2006/main">
            <a:off x="278447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주요 파일</a:t>
            </a:r>
          </a:p>
        </p:txBody>
      </p:sp>
      <p:sp>
        <p:nvSpPr>
          <p:cNvPr id="9" name="table-cell-140-0-2">
            <a:extLst xmlns:a="http://schemas.openxmlformats.org/drawingml/2006/main">
              <a:ext uri="{FF2B5EF4-FFF2-40B4-BE49-F238E27FC236}">
                <a16:creationId xmlns:a16="http://schemas.microsoft.com/office/drawing/2014/main" id="{D63B34C8-7708-414C-8B8A-453696B052F9}"/>
              </a:ext>
            </a:extLst>
          </p:cNvPr>
          <p:cNvSpPr>
            <a:spLocks xmlns:a="http://schemas.openxmlformats.org/drawingml/2006/main" noGrp="1"/>
          </p:cNvSpPr>
          <p:nvPr/>
        </p:nvSpPr>
        <p:spPr>
          <a:xfrm xmlns:a="http://schemas.openxmlformats.org/drawingml/2006/main">
            <a:off x="48641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0" name="table-text-140-0-2">
            <a:extLst xmlns:a="http://schemas.openxmlformats.org/drawingml/2006/main">
              <a:ext uri="{FF2B5EF4-FFF2-40B4-BE49-F238E27FC236}">
                <a16:creationId xmlns:a16="http://schemas.microsoft.com/office/drawing/2014/main" id="{659D793D-1DE6-4D69-95FB-832D7F34B913}"/>
              </a:ext>
            </a:extLst>
          </p:cNvPr>
          <p:cNvSpPr>
            <a:spLocks xmlns:a="http://schemas.openxmlformats.org/drawingml/2006/main" noGrp="1"/>
          </p:cNvSpPr>
          <p:nvPr/>
        </p:nvSpPr>
        <p:spPr>
          <a:xfrm xmlns:a="http://schemas.openxmlformats.org/drawingml/2006/main">
            <a:off x="49498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AI 활용 내용</a:t>
            </a:r>
          </a:p>
        </p:txBody>
      </p:sp>
      <p:sp>
        <p:nvSpPr>
          <p:cNvPr id="11" name="table-cell-140-1-0">
            <a:extLst xmlns:a="http://schemas.openxmlformats.org/drawingml/2006/main">
              <a:ext uri="{FF2B5EF4-FFF2-40B4-BE49-F238E27FC236}">
                <a16:creationId xmlns:a16="http://schemas.microsoft.com/office/drawing/2014/main" id="{79B83C43-8750-46E6-9110-66A3B3987359}"/>
              </a:ext>
            </a:extLst>
          </p:cNvPr>
          <p:cNvSpPr>
            <a:spLocks xmlns:a="http://schemas.openxmlformats.org/drawingml/2006/main" noGrp="1"/>
          </p:cNvSpPr>
          <p:nvPr/>
        </p:nvSpPr>
        <p:spPr>
          <a:xfrm xmlns:a="http://schemas.openxmlformats.org/drawingml/2006/main">
            <a:off x="533400" y="179070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0">
            <a:extLst xmlns:a="http://schemas.openxmlformats.org/drawingml/2006/main">
              <a:ext uri="{FF2B5EF4-FFF2-40B4-BE49-F238E27FC236}">
                <a16:creationId xmlns:a16="http://schemas.microsoft.com/office/drawing/2014/main" id="{2425E776-325B-42ED-9EC2-FCFDD40C14BA}"/>
              </a:ext>
            </a:extLst>
          </p:cNvPr>
          <p:cNvSpPr>
            <a:spLocks xmlns:a="http://schemas.openxmlformats.org/drawingml/2006/main" noGrp="1"/>
          </p:cNvSpPr>
          <p:nvPr/>
        </p:nvSpPr>
        <p:spPr>
          <a:xfrm xmlns:a="http://schemas.openxmlformats.org/drawingml/2006/main">
            <a:off x="619125" y="185737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도메인/물리</a:t>
            </a:r>
          </a:p>
        </p:txBody>
      </p:sp>
      <p:sp>
        <p:nvSpPr>
          <p:cNvPr id="13" name="table-cell-140-1-1">
            <a:extLst xmlns:a="http://schemas.openxmlformats.org/drawingml/2006/main">
              <a:ext uri="{FF2B5EF4-FFF2-40B4-BE49-F238E27FC236}">
                <a16:creationId xmlns:a16="http://schemas.microsoft.com/office/drawing/2014/main" id="{8AEE6792-C6CB-40CA-A497-18B0693A871A}"/>
              </a:ext>
            </a:extLst>
          </p:cNvPr>
          <p:cNvSpPr>
            <a:spLocks xmlns:a="http://schemas.openxmlformats.org/drawingml/2006/main" noGrp="1"/>
          </p:cNvSpPr>
          <p:nvPr/>
        </p:nvSpPr>
        <p:spPr>
          <a:xfrm xmlns:a="http://schemas.openxmlformats.org/drawingml/2006/main">
            <a:off x="2698750" y="179070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4" name="table-text-140-1-1">
            <a:extLst xmlns:a="http://schemas.openxmlformats.org/drawingml/2006/main">
              <a:ext uri="{FF2B5EF4-FFF2-40B4-BE49-F238E27FC236}">
                <a16:creationId xmlns:a16="http://schemas.microsoft.com/office/drawing/2014/main" id="{1D490552-F719-4860-ABBD-1CC8A05381ED}"/>
              </a:ext>
            </a:extLst>
          </p:cNvPr>
          <p:cNvSpPr>
            <a:spLocks xmlns:a="http://schemas.openxmlformats.org/drawingml/2006/main" noGrp="1"/>
          </p:cNvSpPr>
          <p:nvPr/>
        </p:nvSpPr>
        <p:spPr>
          <a:xfrm xmlns:a="http://schemas.openxmlformats.org/drawingml/2006/main">
            <a:off x="2784475" y="185737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lib/game/simulation/shot_resolver.dart</a:t>
            </a:r>
          </a:p>
        </p:txBody>
      </p:sp>
      <p:sp>
        <p:nvSpPr>
          <p:cNvPr id="15" name="table-cell-140-1-2">
            <a:extLst xmlns:a="http://schemas.openxmlformats.org/drawingml/2006/main">
              <a:ext uri="{FF2B5EF4-FFF2-40B4-BE49-F238E27FC236}">
                <a16:creationId xmlns:a16="http://schemas.microsoft.com/office/drawing/2014/main" id="{4D2E1664-63C0-400F-B643-EA5C38C0EAE1}"/>
              </a:ext>
            </a:extLst>
          </p:cNvPr>
          <p:cNvSpPr>
            <a:spLocks xmlns:a="http://schemas.openxmlformats.org/drawingml/2006/main" noGrp="1"/>
          </p:cNvSpPr>
          <p:nvPr/>
        </p:nvSpPr>
        <p:spPr>
          <a:xfrm xmlns:a="http://schemas.openxmlformats.org/drawingml/2006/main">
            <a:off x="4864100" y="1790700"/>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6" name="table-text-140-1-2">
            <a:extLst xmlns:a="http://schemas.openxmlformats.org/drawingml/2006/main">
              <a:ext uri="{FF2B5EF4-FFF2-40B4-BE49-F238E27FC236}">
                <a16:creationId xmlns:a16="http://schemas.microsoft.com/office/drawing/2014/main" id="{D2DE08AC-E01E-46E4-BE23-2BF8BAEE874C}"/>
              </a:ext>
            </a:extLst>
          </p:cNvPr>
          <p:cNvSpPr>
            <a:spLocks xmlns:a="http://schemas.openxmlformats.org/drawingml/2006/main" noGrp="1"/>
          </p:cNvSpPr>
          <p:nvPr/>
        </p:nvSpPr>
        <p:spPr>
          <a:xfrm xmlns:a="http://schemas.openxmlformats.org/drawingml/2006/main">
            <a:off x="4949825" y="1857375"/>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결정론적 충돌 판정, 쉬움 모드 첫 도착 read-only preview</a:t>
            </a:r>
          </a:p>
        </p:txBody>
      </p:sp>
      <p:sp>
        <p:nvSpPr>
          <p:cNvPr id="17" name="table-cell-140-2-0">
            <a:extLst xmlns:a="http://schemas.openxmlformats.org/drawingml/2006/main">
              <a:ext uri="{FF2B5EF4-FFF2-40B4-BE49-F238E27FC236}">
                <a16:creationId xmlns:a16="http://schemas.microsoft.com/office/drawing/2014/main" id="{47ACC0DF-DD11-4A38-80E2-BD6EDB7DB564}"/>
              </a:ext>
            </a:extLst>
          </p:cNvPr>
          <p:cNvSpPr>
            <a:spLocks xmlns:a="http://schemas.openxmlformats.org/drawingml/2006/main" noGrp="1"/>
          </p:cNvSpPr>
          <p:nvPr/>
        </p:nvSpPr>
        <p:spPr>
          <a:xfrm xmlns:a="http://schemas.openxmlformats.org/drawingml/2006/main">
            <a:off x="533400" y="2322195"/>
            <a:ext cx="2165350" cy="71151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8" name="table-text-140-2-0">
            <a:extLst xmlns:a="http://schemas.openxmlformats.org/drawingml/2006/main">
              <a:ext uri="{FF2B5EF4-FFF2-40B4-BE49-F238E27FC236}">
                <a16:creationId xmlns:a16="http://schemas.microsoft.com/office/drawing/2014/main" id="{CD93825E-863A-448F-91A2-609638DA7DE5}"/>
              </a:ext>
            </a:extLst>
          </p:cNvPr>
          <p:cNvSpPr>
            <a:spLocks xmlns:a="http://schemas.openxmlformats.org/drawingml/2006/main" noGrp="1"/>
          </p:cNvSpPr>
          <p:nvPr/>
        </p:nvSpPr>
        <p:spPr>
          <a:xfrm xmlns:a="http://schemas.openxmlformats.org/drawingml/2006/main">
            <a:off x="619125" y="2388870"/>
            <a:ext cx="1993900"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캠페인 진행</a:t>
            </a:r>
          </a:p>
        </p:txBody>
      </p:sp>
      <p:sp>
        <p:nvSpPr>
          <p:cNvPr id="19" name="table-cell-140-2-1">
            <a:extLst xmlns:a="http://schemas.openxmlformats.org/drawingml/2006/main">
              <a:ext uri="{FF2B5EF4-FFF2-40B4-BE49-F238E27FC236}">
                <a16:creationId xmlns:a16="http://schemas.microsoft.com/office/drawing/2014/main" id="{36D5CA8B-0735-4CDC-81CB-78926BCDC744}"/>
              </a:ext>
            </a:extLst>
          </p:cNvPr>
          <p:cNvSpPr>
            <a:spLocks xmlns:a="http://schemas.openxmlformats.org/drawingml/2006/main" noGrp="1"/>
          </p:cNvSpPr>
          <p:nvPr/>
        </p:nvSpPr>
        <p:spPr>
          <a:xfrm xmlns:a="http://schemas.openxmlformats.org/drawingml/2006/main">
            <a:off x="2698750" y="2322195"/>
            <a:ext cx="2165350" cy="71151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0" name="table-text-140-2-1">
            <a:extLst xmlns:a="http://schemas.openxmlformats.org/drawingml/2006/main">
              <a:ext uri="{FF2B5EF4-FFF2-40B4-BE49-F238E27FC236}">
                <a16:creationId xmlns:a16="http://schemas.microsoft.com/office/drawing/2014/main" id="{B75780F2-58BE-4D33-8199-844CAB5488D8}"/>
              </a:ext>
            </a:extLst>
          </p:cNvPr>
          <p:cNvSpPr>
            <a:spLocks xmlns:a="http://schemas.openxmlformats.org/drawingml/2006/main" noGrp="1"/>
          </p:cNvSpPr>
          <p:nvPr/>
        </p:nvSpPr>
        <p:spPr>
          <a:xfrm xmlns:a="http://schemas.openxmlformats.org/drawingml/2006/main">
            <a:off x="2784475" y="2388870"/>
            <a:ext cx="1993900"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339"/>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lib/game/run/stage_pattern_session.dart, campaign_stage_selection.dart, run_hint_state.dart</a:t>
            </a:r>
          </a:p>
        </p:txBody>
      </p:sp>
      <p:sp>
        <p:nvSpPr>
          <p:cNvPr id="21" name="table-cell-140-2-2">
            <a:extLst xmlns:a="http://schemas.openxmlformats.org/drawingml/2006/main">
              <a:ext uri="{FF2B5EF4-FFF2-40B4-BE49-F238E27FC236}">
                <a16:creationId xmlns:a16="http://schemas.microsoft.com/office/drawing/2014/main" id="{4742097C-0C53-4BCD-A547-22B8A8F332EA}"/>
              </a:ext>
            </a:extLst>
          </p:cNvPr>
          <p:cNvSpPr>
            <a:spLocks xmlns:a="http://schemas.openxmlformats.org/drawingml/2006/main" noGrp="1"/>
          </p:cNvSpPr>
          <p:nvPr/>
        </p:nvSpPr>
        <p:spPr>
          <a:xfrm xmlns:a="http://schemas.openxmlformats.org/drawingml/2006/main">
            <a:off x="4864100" y="2322195"/>
            <a:ext cx="2165350" cy="71151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2-2">
            <a:extLst xmlns:a="http://schemas.openxmlformats.org/drawingml/2006/main">
              <a:ext uri="{FF2B5EF4-FFF2-40B4-BE49-F238E27FC236}">
                <a16:creationId xmlns:a16="http://schemas.microsoft.com/office/drawing/2014/main" id="{10E8D9B2-8840-4600-A3DF-7D633F0E8CC8}"/>
              </a:ext>
            </a:extLst>
          </p:cNvPr>
          <p:cNvSpPr>
            <a:spLocks xmlns:a="http://schemas.openxmlformats.org/drawingml/2006/main" noGrp="1"/>
          </p:cNvSpPr>
          <p:nvPr/>
        </p:nvSpPr>
        <p:spPr>
          <a:xfrm xmlns:a="http://schemas.openxmlformats.org/drawingml/2006/main">
            <a:off x="4949825" y="2388870"/>
            <a:ext cx="1993900"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최초 학습 기준 패턴 정책, RunState v3 힌트 권한·열쇠·저장 큐</a:t>
            </a:r>
          </a:p>
        </p:txBody>
      </p:sp>
      <p:sp>
        <p:nvSpPr>
          <p:cNvPr id="23" name="table-cell-140-3-0">
            <a:extLst xmlns:a="http://schemas.openxmlformats.org/drawingml/2006/main">
              <a:ext uri="{FF2B5EF4-FFF2-40B4-BE49-F238E27FC236}">
                <a16:creationId xmlns:a16="http://schemas.microsoft.com/office/drawing/2014/main" id="{88648A45-0A0F-432A-A65F-B5B796835E6B}"/>
              </a:ext>
            </a:extLst>
          </p:cNvPr>
          <p:cNvSpPr>
            <a:spLocks xmlns:a="http://schemas.openxmlformats.org/drawingml/2006/main" noGrp="1"/>
          </p:cNvSpPr>
          <p:nvPr/>
        </p:nvSpPr>
        <p:spPr>
          <a:xfrm xmlns:a="http://schemas.openxmlformats.org/drawingml/2006/main">
            <a:off x="533400" y="3033713"/>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4" name="table-text-140-3-0">
            <a:extLst xmlns:a="http://schemas.openxmlformats.org/drawingml/2006/main">
              <a:ext uri="{FF2B5EF4-FFF2-40B4-BE49-F238E27FC236}">
                <a16:creationId xmlns:a16="http://schemas.microsoft.com/office/drawing/2014/main" id="{798B711B-C28D-4257-99A7-517A0DB6336D}"/>
              </a:ext>
            </a:extLst>
          </p:cNvPr>
          <p:cNvSpPr>
            <a:spLocks xmlns:a="http://schemas.openxmlformats.org/drawingml/2006/main" noGrp="1"/>
          </p:cNvSpPr>
          <p:nvPr/>
        </p:nvSpPr>
        <p:spPr>
          <a:xfrm xmlns:a="http://schemas.openxmlformats.org/drawingml/2006/main">
            <a:off x="619125" y="3100388"/>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힌트 데이터</a:t>
            </a:r>
          </a:p>
        </p:txBody>
      </p:sp>
      <p:sp>
        <p:nvSpPr>
          <p:cNvPr id="25" name="table-cell-140-3-1">
            <a:extLst xmlns:a="http://schemas.openxmlformats.org/drawingml/2006/main">
              <a:ext uri="{FF2B5EF4-FFF2-40B4-BE49-F238E27FC236}">
                <a16:creationId xmlns:a16="http://schemas.microsoft.com/office/drawing/2014/main" id="{ACA4A93E-751B-417F-BC41-94488BBB4A56}"/>
              </a:ext>
            </a:extLst>
          </p:cNvPr>
          <p:cNvSpPr>
            <a:spLocks xmlns:a="http://schemas.openxmlformats.org/drawingml/2006/main" noGrp="1"/>
          </p:cNvSpPr>
          <p:nvPr/>
        </p:nvSpPr>
        <p:spPr>
          <a:xfrm xmlns:a="http://schemas.openxmlformats.org/drawingml/2006/main">
            <a:off x="2698750" y="3033713"/>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3-1">
            <a:extLst xmlns:a="http://schemas.openxmlformats.org/drawingml/2006/main">
              <a:ext uri="{FF2B5EF4-FFF2-40B4-BE49-F238E27FC236}">
                <a16:creationId xmlns:a16="http://schemas.microsoft.com/office/drawing/2014/main" id="{965AD074-EE5A-4424-B393-19BD6A71DFAC}"/>
              </a:ext>
            </a:extLst>
          </p:cNvPr>
          <p:cNvSpPr>
            <a:spLocks xmlns:a="http://schemas.openxmlformats.org/drawingml/2006/main" noGrp="1"/>
          </p:cNvSpPr>
          <p:nvPr/>
        </p:nvSpPr>
        <p:spPr>
          <a:xfrm xmlns:a="http://schemas.openxmlformats.org/drawingml/2006/main">
            <a:off x="2784475" y="3100388"/>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lib/game/hint/*, assets/stages/hints_v1.json</a:t>
            </a:r>
          </a:p>
        </p:txBody>
      </p:sp>
      <p:sp>
        <p:nvSpPr>
          <p:cNvPr id="27" name="table-cell-140-3-2">
            <a:extLst xmlns:a="http://schemas.openxmlformats.org/drawingml/2006/main">
              <a:ext uri="{FF2B5EF4-FFF2-40B4-BE49-F238E27FC236}">
                <a16:creationId xmlns:a16="http://schemas.microsoft.com/office/drawing/2014/main" id="{377B0228-6DC6-4C37-870B-AAE6659E0EB0}"/>
              </a:ext>
            </a:extLst>
          </p:cNvPr>
          <p:cNvSpPr>
            <a:spLocks xmlns:a="http://schemas.openxmlformats.org/drawingml/2006/main" noGrp="1"/>
          </p:cNvSpPr>
          <p:nvPr/>
        </p:nvSpPr>
        <p:spPr>
          <a:xfrm xmlns:a="http://schemas.openxmlformats.org/drawingml/2006/main">
            <a:off x="4864100" y="3033713"/>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3-2">
            <a:extLst xmlns:a="http://schemas.openxmlformats.org/drawingml/2006/main">
              <a:ext uri="{FF2B5EF4-FFF2-40B4-BE49-F238E27FC236}">
                <a16:creationId xmlns:a16="http://schemas.microsoft.com/office/drawing/2014/main" id="{B95D1636-290D-435D-A621-AF9ED3F56D3D}"/>
              </a:ext>
            </a:extLst>
          </p:cNvPr>
          <p:cNvSpPr>
            <a:spLocks xmlns:a="http://schemas.openxmlformats.org/drawingml/2006/main" noGrp="1"/>
          </p:cNvSpPr>
          <p:nvPr/>
        </p:nvSpPr>
        <p:spPr>
          <a:xfrm xmlns:a="http://schemas.openxmlformats.org/drawingml/2006/main">
            <a:off x="4949825" y="3100388"/>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40패턴 L1/L2, 비물리 열쇠, 시연 계약, 생성기·Validator</a:t>
            </a:r>
          </a:p>
        </p:txBody>
      </p:sp>
      <p:sp>
        <p:nvSpPr>
          <p:cNvPr id="29" name="table-cell-140-4-0">
            <a:extLst xmlns:a="http://schemas.openxmlformats.org/drawingml/2006/main">
              <a:ext uri="{FF2B5EF4-FFF2-40B4-BE49-F238E27FC236}">
                <a16:creationId xmlns:a16="http://schemas.microsoft.com/office/drawing/2014/main" id="{786BCB6D-4E68-4D12-B5F7-62963150D1F0}"/>
              </a:ext>
            </a:extLst>
          </p:cNvPr>
          <p:cNvSpPr>
            <a:spLocks xmlns:a="http://schemas.openxmlformats.org/drawingml/2006/main" noGrp="1"/>
          </p:cNvSpPr>
          <p:nvPr/>
        </p:nvSpPr>
        <p:spPr>
          <a:xfrm xmlns:a="http://schemas.openxmlformats.org/drawingml/2006/main">
            <a:off x="533400" y="3565208"/>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4-0">
            <a:extLst xmlns:a="http://schemas.openxmlformats.org/drawingml/2006/main">
              <a:ext uri="{FF2B5EF4-FFF2-40B4-BE49-F238E27FC236}">
                <a16:creationId xmlns:a16="http://schemas.microsoft.com/office/drawing/2014/main" id="{68E9620D-A948-4F21-9CC3-793B655EEA54}"/>
              </a:ext>
            </a:extLst>
          </p:cNvPr>
          <p:cNvSpPr>
            <a:spLocks xmlns:a="http://schemas.openxmlformats.org/drawingml/2006/main" noGrp="1"/>
          </p:cNvSpPr>
          <p:nvPr/>
        </p:nvSpPr>
        <p:spPr>
          <a:xfrm xmlns:a="http://schemas.openxmlformats.org/drawingml/2006/main">
            <a:off x="619125" y="3631883"/>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입력/UI</a:t>
            </a:r>
          </a:p>
        </p:txBody>
      </p:sp>
      <p:sp>
        <p:nvSpPr>
          <p:cNvPr id="31" name="table-cell-140-4-1">
            <a:extLst xmlns:a="http://schemas.openxmlformats.org/drawingml/2006/main">
              <a:ext uri="{FF2B5EF4-FFF2-40B4-BE49-F238E27FC236}">
                <a16:creationId xmlns:a16="http://schemas.microsoft.com/office/drawing/2014/main" id="{DAB69CAD-073E-4885-8DEF-59862A304327}"/>
              </a:ext>
            </a:extLst>
          </p:cNvPr>
          <p:cNvSpPr>
            <a:spLocks xmlns:a="http://schemas.openxmlformats.org/drawingml/2006/main" noGrp="1"/>
          </p:cNvSpPr>
          <p:nvPr/>
        </p:nvSpPr>
        <p:spPr>
          <a:xfrm xmlns:a="http://schemas.openxmlformats.org/drawingml/2006/main">
            <a:off x="2698750" y="3565208"/>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4-1">
            <a:extLst xmlns:a="http://schemas.openxmlformats.org/drawingml/2006/main">
              <a:ext uri="{FF2B5EF4-FFF2-40B4-BE49-F238E27FC236}">
                <a16:creationId xmlns:a16="http://schemas.microsoft.com/office/drawing/2014/main" id="{66EED192-42E1-484B-AFFE-1A1806446C72}"/>
              </a:ext>
            </a:extLst>
          </p:cNvPr>
          <p:cNvSpPr>
            <a:spLocks xmlns:a="http://schemas.openxmlformats.org/drawingml/2006/main" noGrp="1"/>
          </p:cNvSpPr>
          <p:nvPr/>
        </p:nvSpPr>
        <p:spPr>
          <a:xfrm xmlns:a="http://schemas.openxmlformats.org/drawingml/2006/main">
            <a:off x="2784475" y="3631883"/>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lib/ui/game_screen.dart, launch_input_session.dart</a:t>
            </a:r>
          </a:p>
        </p:txBody>
      </p:sp>
      <p:sp>
        <p:nvSpPr>
          <p:cNvPr id="33" name="table-cell-140-4-2">
            <a:extLst xmlns:a="http://schemas.openxmlformats.org/drawingml/2006/main">
              <a:ext uri="{FF2B5EF4-FFF2-40B4-BE49-F238E27FC236}">
                <a16:creationId xmlns:a16="http://schemas.microsoft.com/office/drawing/2014/main" id="{E5D42395-D20C-44B4-BE50-2F59A01C8A87}"/>
              </a:ext>
            </a:extLst>
          </p:cNvPr>
          <p:cNvSpPr>
            <a:spLocks xmlns:a="http://schemas.openxmlformats.org/drawingml/2006/main" noGrp="1"/>
          </p:cNvSpPr>
          <p:nvPr/>
        </p:nvSpPr>
        <p:spPr>
          <a:xfrm xmlns:a="http://schemas.openxmlformats.org/drawingml/2006/main">
            <a:off x="4864100" y="3565208"/>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4" name="table-text-140-4-2">
            <a:extLst xmlns:a="http://schemas.openxmlformats.org/drawingml/2006/main">
              <a:ext uri="{FF2B5EF4-FFF2-40B4-BE49-F238E27FC236}">
                <a16:creationId xmlns:a16="http://schemas.microsoft.com/office/drawing/2014/main" id="{9CA7D697-BD2A-447F-B972-E5879300B11D}"/>
              </a:ext>
            </a:extLst>
          </p:cNvPr>
          <p:cNvSpPr>
            <a:spLocks xmlns:a="http://schemas.openxmlformats.org/drawingml/2006/main" noGrp="1"/>
          </p:cNvSpPr>
          <p:nvPr/>
        </p:nvSpPr>
        <p:spPr>
          <a:xfrm xmlns:a="http://schemas.openxmlformats.org/drawingml/2006/main">
            <a:off x="4949825" y="3631883"/>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직선 게이지, 상태/접근성, 예상 위치 표시</a:t>
            </a:r>
          </a:p>
        </p:txBody>
      </p:sp>
      <p:sp>
        <p:nvSpPr>
          <p:cNvPr id="35" name="table-cell-140-5-0">
            <a:extLst xmlns:a="http://schemas.openxmlformats.org/drawingml/2006/main">
              <a:ext uri="{FF2B5EF4-FFF2-40B4-BE49-F238E27FC236}">
                <a16:creationId xmlns:a16="http://schemas.microsoft.com/office/drawing/2014/main" id="{EDEDD70C-DF89-49DD-A11D-B91D933E489C}"/>
              </a:ext>
            </a:extLst>
          </p:cNvPr>
          <p:cNvSpPr>
            <a:spLocks xmlns:a="http://schemas.openxmlformats.org/drawingml/2006/main" noGrp="1"/>
          </p:cNvSpPr>
          <p:nvPr/>
        </p:nvSpPr>
        <p:spPr>
          <a:xfrm xmlns:a="http://schemas.openxmlformats.org/drawingml/2006/main">
            <a:off x="533400" y="4096703"/>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6" name="table-text-140-5-0">
            <a:extLst xmlns:a="http://schemas.openxmlformats.org/drawingml/2006/main">
              <a:ext uri="{FF2B5EF4-FFF2-40B4-BE49-F238E27FC236}">
                <a16:creationId xmlns:a16="http://schemas.microsoft.com/office/drawing/2014/main" id="{7A2469D9-A05B-4EDE-AB4E-A412A373093C}"/>
              </a:ext>
            </a:extLst>
          </p:cNvPr>
          <p:cNvSpPr>
            <a:spLocks xmlns:a="http://schemas.openxmlformats.org/drawingml/2006/main" noGrp="1"/>
          </p:cNvSpPr>
          <p:nvPr/>
        </p:nvSpPr>
        <p:spPr>
          <a:xfrm xmlns:a="http://schemas.openxmlformats.org/drawingml/2006/main">
            <a:off x="619125" y="4163378"/>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기록 공정성</a:t>
            </a:r>
          </a:p>
        </p:txBody>
      </p:sp>
      <p:sp>
        <p:nvSpPr>
          <p:cNvPr id="37" name="table-cell-140-5-1">
            <a:extLst xmlns:a="http://schemas.openxmlformats.org/drawingml/2006/main">
              <a:ext uri="{FF2B5EF4-FFF2-40B4-BE49-F238E27FC236}">
                <a16:creationId xmlns:a16="http://schemas.microsoft.com/office/drawing/2014/main" id="{16944217-171C-480D-8240-B41A0EAE9EEF}"/>
              </a:ext>
            </a:extLst>
          </p:cNvPr>
          <p:cNvSpPr>
            <a:spLocks xmlns:a="http://schemas.openxmlformats.org/drawingml/2006/main" noGrp="1"/>
          </p:cNvSpPr>
          <p:nvPr/>
        </p:nvSpPr>
        <p:spPr>
          <a:xfrm xmlns:a="http://schemas.openxmlformats.org/drawingml/2006/main">
            <a:off x="2698750" y="4096703"/>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8" name="table-text-140-5-1">
            <a:extLst xmlns:a="http://schemas.openxmlformats.org/drawingml/2006/main">
              <a:ext uri="{FF2B5EF4-FFF2-40B4-BE49-F238E27FC236}">
                <a16:creationId xmlns:a16="http://schemas.microsoft.com/office/drawing/2014/main" id="{25EB479D-631F-4D83-8763-6B825816BDAD}"/>
              </a:ext>
            </a:extLst>
          </p:cNvPr>
          <p:cNvSpPr>
            <a:spLocks xmlns:a="http://schemas.openxmlformats.org/drawingml/2006/main" noGrp="1"/>
          </p:cNvSpPr>
          <p:nvPr/>
        </p:nvSpPr>
        <p:spPr>
          <a:xfrm xmlns:a="http://schemas.openxmlformats.org/drawingml/2006/main">
            <a:off x="2784475" y="4163378"/>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run_difficulty_attribution_store.dart</a:t>
            </a:r>
          </a:p>
        </p:txBody>
      </p:sp>
      <p:sp>
        <p:nvSpPr>
          <p:cNvPr id="39" name="table-cell-140-5-2">
            <a:extLst xmlns:a="http://schemas.openxmlformats.org/drawingml/2006/main">
              <a:ext uri="{FF2B5EF4-FFF2-40B4-BE49-F238E27FC236}">
                <a16:creationId xmlns:a16="http://schemas.microsoft.com/office/drawing/2014/main" id="{44E2FBAA-7C22-447A-A87B-A46A4807D5B9}"/>
              </a:ext>
            </a:extLst>
          </p:cNvPr>
          <p:cNvSpPr>
            <a:spLocks xmlns:a="http://schemas.openxmlformats.org/drawingml/2006/main" noGrp="1"/>
          </p:cNvSpPr>
          <p:nvPr/>
        </p:nvSpPr>
        <p:spPr>
          <a:xfrm xmlns:a="http://schemas.openxmlformats.org/drawingml/2006/main">
            <a:off x="4864100" y="4096703"/>
            <a:ext cx="2165350"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0" name="table-text-140-5-2">
            <a:extLst xmlns:a="http://schemas.openxmlformats.org/drawingml/2006/main">
              <a:ext uri="{FF2B5EF4-FFF2-40B4-BE49-F238E27FC236}">
                <a16:creationId xmlns:a16="http://schemas.microsoft.com/office/drawing/2014/main" id="{D5999B08-DDA7-4533-80CF-EBD2A75CAF03}"/>
              </a:ext>
            </a:extLst>
          </p:cNvPr>
          <p:cNvSpPr>
            <a:spLocks xmlns:a="http://schemas.openxmlformats.org/drawingml/2006/main" noGrp="1"/>
          </p:cNvSpPr>
          <p:nvPr/>
        </p:nvSpPr>
        <p:spPr>
          <a:xfrm xmlns:a="http://schemas.openxmlformats.org/drawingml/2006/main">
            <a:off x="4949825" y="4163378"/>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완료 당시 난이도를 sidecar로 귀속해 Normal 기록 보호</a:t>
            </a:r>
          </a:p>
        </p:txBody>
      </p:sp>
      <p:sp>
        <p:nvSpPr>
          <p:cNvPr id="41" name="table-cell-140-6-0">
            <a:extLst xmlns:a="http://schemas.openxmlformats.org/drawingml/2006/main">
              <a:ext uri="{FF2B5EF4-FFF2-40B4-BE49-F238E27FC236}">
                <a16:creationId xmlns:a16="http://schemas.microsoft.com/office/drawing/2014/main" id="{783E040C-B83B-4A9D-B4C6-5425C3D9D1A3}"/>
              </a:ext>
            </a:extLst>
          </p:cNvPr>
          <p:cNvSpPr>
            <a:spLocks xmlns:a="http://schemas.openxmlformats.org/drawingml/2006/main" noGrp="1"/>
          </p:cNvSpPr>
          <p:nvPr/>
        </p:nvSpPr>
        <p:spPr>
          <a:xfrm xmlns:a="http://schemas.openxmlformats.org/drawingml/2006/main">
            <a:off x="533400" y="4628198"/>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2" name="table-text-140-6-0">
            <a:extLst xmlns:a="http://schemas.openxmlformats.org/drawingml/2006/main">
              <a:ext uri="{FF2B5EF4-FFF2-40B4-BE49-F238E27FC236}">
                <a16:creationId xmlns:a16="http://schemas.microsoft.com/office/drawing/2014/main" id="{32B3D486-D210-401F-9B66-3F0170AF69F0}"/>
              </a:ext>
            </a:extLst>
          </p:cNvPr>
          <p:cNvSpPr>
            <a:spLocks xmlns:a="http://schemas.openxmlformats.org/drawingml/2006/main" noGrp="1"/>
          </p:cNvSpPr>
          <p:nvPr/>
        </p:nvSpPr>
        <p:spPr>
          <a:xfrm xmlns:a="http://schemas.openxmlformats.org/drawingml/2006/main">
            <a:off x="619125" y="4694873"/>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설정</a:t>
            </a:r>
          </a:p>
        </p:txBody>
      </p:sp>
      <p:sp>
        <p:nvSpPr>
          <p:cNvPr id="43" name="table-cell-140-6-1">
            <a:extLst xmlns:a="http://schemas.openxmlformats.org/drawingml/2006/main">
              <a:ext uri="{FF2B5EF4-FFF2-40B4-BE49-F238E27FC236}">
                <a16:creationId xmlns:a16="http://schemas.microsoft.com/office/drawing/2014/main" id="{991A218C-FE48-4EF2-B198-AC34AA4AE0D9}"/>
              </a:ext>
            </a:extLst>
          </p:cNvPr>
          <p:cNvSpPr>
            <a:spLocks xmlns:a="http://schemas.openxmlformats.org/drawingml/2006/main" noGrp="1"/>
          </p:cNvSpPr>
          <p:nvPr/>
        </p:nvSpPr>
        <p:spPr>
          <a:xfrm xmlns:a="http://schemas.openxmlformats.org/drawingml/2006/main">
            <a:off x="2698750" y="4628198"/>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4" name="table-text-140-6-1">
            <a:extLst xmlns:a="http://schemas.openxmlformats.org/drawingml/2006/main">
              <a:ext uri="{FF2B5EF4-FFF2-40B4-BE49-F238E27FC236}">
                <a16:creationId xmlns:a16="http://schemas.microsoft.com/office/drawing/2014/main" id="{A0845998-65D5-4D86-B331-CD392C5A11A2}"/>
              </a:ext>
            </a:extLst>
          </p:cNvPr>
          <p:cNvSpPr>
            <a:spLocks xmlns:a="http://schemas.openxmlformats.org/drawingml/2006/main" noGrp="1"/>
          </p:cNvSpPr>
          <p:nvPr/>
        </p:nvSpPr>
        <p:spPr>
          <a:xfrm xmlns:a="http://schemas.openxmlformats.org/drawingml/2006/main">
            <a:off x="2784475" y="4694873"/>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lib/ui/game_feedback.dart, lib/main.dart</a:t>
            </a:r>
          </a:p>
        </p:txBody>
      </p:sp>
      <p:sp>
        <p:nvSpPr>
          <p:cNvPr id="45" name="table-cell-140-6-2">
            <a:extLst xmlns:a="http://schemas.openxmlformats.org/drawingml/2006/main">
              <a:ext uri="{FF2B5EF4-FFF2-40B4-BE49-F238E27FC236}">
                <a16:creationId xmlns:a16="http://schemas.microsoft.com/office/drawing/2014/main" id="{1ADD4F38-EE7D-4EBA-A3A2-ABE527057590}"/>
              </a:ext>
            </a:extLst>
          </p:cNvPr>
          <p:cNvSpPr>
            <a:spLocks xmlns:a="http://schemas.openxmlformats.org/drawingml/2006/main" noGrp="1"/>
          </p:cNvSpPr>
          <p:nvPr/>
        </p:nvSpPr>
        <p:spPr>
          <a:xfrm xmlns:a="http://schemas.openxmlformats.org/drawingml/2006/main">
            <a:off x="4864100" y="4628198"/>
            <a:ext cx="2165350"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6" name="table-text-140-6-2">
            <a:extLst xmlns:a="http://schemas.openxmlformats.org/drawingml/2006/main">
              <a:ext uri="{FF2B5EF4-FFF2-40B4-BE49-F238E27FC236}">
                <a16:creationId xmlns:a16="http://schemas.microsoft.com/office/drawing/2014/main" id="{545236FC-278C-4FC5-8E79-EAA9980BA0DC}"/>
              </a:ext>
            </a:extLst>
          </p:cNvPr>
          <p:cNvSpPr>
            <a:spLocks xmlns:a="http://schemas.openxmlformats.org/drawingml/2006/main" noGrp="1"/>
          </p:cNvSpPr>
          <p:nvPr/>
        </p:nvSpPr>
        <p:spPr>
          <a:xfrm xmlns:a="http://schemas.openxmlformats.org/drawingml/2006/main">
            <a:off x="4949825" y="4694873"/>
            <a:ext cx="1993900"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61"/>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schema 4에서 게이지 위치·난이도를 한 번에 마이그레이션</a:t>
            </a:r>
          </a:p>
        </p:txBody>
      </p:sp>
      <p:sp>
        <p:nvSpPr>
          <p:cNvPr id="47" name="table-cell-140-7-0">
            <a:extLst xmlns:a="http://schemas.openxmlformats.org/drawingml/2006/main">
              <a:ext uri="{FF2B5EF4-FFF2-40B4-BE49-F238E27FC236}">
                <a16:creationId xmlns:a16="http://schemas.microsoft.com/office/drawing/2014/main" id="{F950F856-6C27-4D91-9A06-8DBD0BFED425}"/>
              </a:ext>
            </a:extLst>
          </p:cNvPr>
          <p:cNvSpPr>
            <a:spLocks xmlns:a="http://schemas.openxmlformats.org/drawingml/2006/main" noGrp="1"/>
          </p:cNvSpPr>
          <p:nvPr/>
        </p:nvSpPr>
        <p:spPr>
          <a:xfrm xmlns:a="http://schemas.openxmlformats.org/drawingml/2006/main">
            <a:off x="533400" y="5159693"/>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8" name="table-text-140-7-0">
            <a:extLst xmlns:a="http://schemas.openxmlformats.org/drawingml/2006/main">
              <a:ext uri="{FF2B5EF4-FFF2-40B4-BE49-F238E27FC236}">
                <a16:creationId xmlns:a16="http://schemas.microsoft.com/office/drawing/2014/main" id="{67D48CAC-E294-4A01-88BA-20C43F05E206}"/>
              </a:ext>
            </a:extLst>
          </p:cNvPr>
          <p:cNvSpPr>
            <a:spLocks xmlns:a="http://schemas.openxmlformats.org/drawingml/2006/main" noGrp="1"/>
          </p:cNvSpPr>
          <p:nvPr/>
        </p:nvSpPr>
        <p:spPr>
          <a:xfrm xmlns:a="http://schemas.openxmlformats.org/drawingml/2006/main">
            <a:off x="619125" y="5226368"/>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검증</a:t>
            </a:r>
          </a:p>
        </p:txBody>
      </p:sp>
      <p:sp>
        <p:nvSpPr>
          <p:cNvPr id="49" name="table-cell-140-7-1">
            <a:extLst xmlns:a="http://schemas.openxmlformats.org/drawingml/2006/main">
              <a:ext uri="{FF2B5EF4-FFF2-40B4-BE49-F238E27FC236}">
                <a16:creationId xmlns:a16="http://schemas.microsoft.com/office/drawing/2014/main" id="{ADD355C7-5E0F-46F9-B7E0-90541672E10F}"/>
              </a:ext>
            </a:extLst>
          </p:cNvPr>
          <p:cNvSpPr>
            <a:spLocks xmlns:a="http://schemas.openxmlformats.org/drawingml/2006/main" noGrp="1"/>
          </p:cNvSpPr>
          <p:nvPr/>
        </p:nvSpPr>
        <p:spPr>
          <a:xfrm xmlns:a="http://schemas.openxmlformats.org/drawingml/2006/main">
            <a:off x="2698750" y="5159693"/>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0" name="table-text-140-7-1">
            <a:extLst xmlns:a="http://schemas.openxmlformats.org/drawingml/2006/main">
              <a:ext uri="{FF2B5EF4-FFF2-40B4-BE49-F238E27FC236}">
                <a16:creationId xmlns:a16="http://schemas.microsoft.com/office/drawing/2014/main" id="{0EC7E3A2-0C78-4873-BA47-4AA7D1876A04}"/>
              </a:ext>
            </a:extLst>
          </p:cNvPr>
          <p:cNvSpPr>
            <a:spLocks xmlns:a="http://schemas.openxmlformats.org/drawingml/2006/main" noGrp="1"/>
          </p:cNvSpPr>
          <p:nvPr/>
        </p:nvSpPr>
        <p:spPr>
          <a:xfrm xmlns:a="http://schemas.openxmlformats.org/drawingml/2006/main">
            <a:off x="2784475" y="5226368"/>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test/, test/goldens/</a:t>
            </a:r>
          </a:p>
        </p:txBody>
      </p:sp>
      <p:sp>
        <p:nvSpPr>
          <p:cNvPr id="51" name="table-cell-140-7-2">
            <a:extLst xmlns:a="http://schemas.openxmlformats.org/drawingml/2006/main">
              <a:ext uri="{FF2B5EF4-FFF2-40B4-BE49-F238E27FC236}">
                <a16:creationId xmlns:a16="http://schemas.microsoft.com/office/drawing/2014/main" id="{5AF86B01-E396-4A33-8341-1CBBC72C27F7}"/>
              </a:ext>
            </a:extLst>
          </p:cNvPr>
          <p:cNvSpPr>
            <a:spLocks xmlns:a="http://schemas.openxmlformats.org/drawingml/2006/main" noGrp="1"/>
          </p:cNvSpPr>
          <p:nvPr/>
        </p:nvSpPr>
        <p:spPr>
          <a:xfrm xmlns:a="http://schemas.openxmlformats.org/drawingml/2006/main">
            <a:off x="4864100" y="5159693"/>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2" name="table-text-140-7-2">
            <a:extLst xmlns:a="http://schemas.openxmlformats.org/drawingml/2006/main">
              <a:ext uri="{FF2B5EF4-FFF2-40B4-BE49-F238E27FC236}">
                <a16:creationId xmlns:a16="http://schemas.microsoft.com/office/drawing/2014/main" id="{94F61122-C719-40DA-A855-E9A71EAAFF36}"/>
              </a:ext>
            </a:extLst>
          </p:cNvPr>
          <p:cNvSpPr>
            <a:spLocks xmlns:a="http://schemas.openxmlformats.org/drawingml/2006/main" noGrp="1"/>
          </p:cNvSpPr>
          <p:nvPr/>
        </p:nvSpPr>
        <p:spPr>
          <a:xfrm xmlns:a="http://schemas.openxmlformats.org/drawingml/2006/main">
            <a:off x="4949825" y="5226368"/>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16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결정론·복구·접근성·viewport·픽셀 회귀 자동화</a:t>
            </a:r>
          </a:p>
        </p:txBody>
      </p:sp>
      <p:sp>
        <p:nvSpPr>
          <p:cNvPr id="53" name="subheading-599.7">
            <a:extLst xmlns:a="http://schemas.openxmlformats.org/drawingml/2006/main">
              <a:ext uri="{FF2B5EF4-FFF2-40B4-BE49-F238E27FC236}">
                <a16:creationId xmlns:a16="http://schemas.microsoft.com/office/drawing/2014/main" id="{0B942795-212A-4DFF-A26B-BE93E1FA31F3}"/>
              </a:ext>
            </a:extLst>
          </p:cNvPr>
          <p:cNvSpPr>
            <a:spLocks xmlns:a="http://schemas.openxmlformats.org/drawingml/2006/main" noGrp="1"/>
          </p:cNvSpPr>
          <p:nvPr/>
        </p:nvSpPr>
        <p:spPr>
          <a:xfrm xmlns:a="http://schemas.openxmlformats.org/drawingml/2006/main">
            <a:off x="533400" y="5712143"/>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2.1 증거 기반 반복 흐름</a:t>
            </a:r>
          </a:p>
        </p:txBody>
      </p:sp>
      <p:sp>
        <p:nvSpPr>
          <p:cNvPr id="54" name="bullets-653.7">
            <a:extLst xmlns:a="http://schemas.openxmlformats.org/drawingml/2006/main">
              <a:ext uri="{FF2B5EF4-FFF2-40B4-BE49-F238E27FC236}">
                <a16:creationId xmlns:a16="http://schemas.microsoft.com/office/drawing/2014/main" id="{D2E51869-0B88-46DF-8C92-288FDD7AD080}"/>
              </a:ext>
            </a:extLst>
          </p:cNvPr>
          <p:cNvSpPr>
            <a:spLocks xmlns:a="http://schemas.openxmlformats.org/drawingml/2006/main" noGrp="1"/>
          </p:cNvSpPr>
          <p:nvPr/>
        </p:nvSpPr>
        <p:spPr>
          <a:xfrm xmlns:a="http://schemas.openxmlformats.org/drawingml/2006/main">
            <a:off x="533400" y="6226493"/>
            <a:ext cx="6496050" cy="18059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사용자 요구를 기능 계약과 모호점으로 분해한다.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실행 에이전트가 관련 코드·테스트·권리 문서를 읽고 설계안을 낸다.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공유 설정/저장/렌더 파일의 편집 순서를 직렬화한다.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기능 구현 뒤 집중 테스트와 Golden을 실행한다.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Sol 검사 에이전트가 파일을 수정하지 않고 P0/P1/P2를 판정한다.</a:t>
            </a:r>
          </a:p>
        </p:txBody>
      </p:sp>
      <p:sp>
        <p:nvSpPr>
          <p:cNvPr id="55" name="bullets-853.3000000000001">
            <a:extLst xmlns:a="http://schemas.openxmlformats.org/drawingml/2006/main">
              <a:ext uri="{FF2B5EF4-FFF2-40B4-BE49-F238E27FC236}">
                <a16:creationId xmlns:a16="http://schemas.microsoft.com/office/drawing/2014/main" id="{3A4B2F4D-4B5E-48CB-B986-4C6C9CBF7EB5}"/>
              </a:ext>
            </a:extLst>
          </p:cNvPr>
          <p:cNvSpPr>
            <a:spLocks xmlns:a="http://schemas.openxmlformats.org/drawingml/2006/main" noGrp="1"/>
          </p:cNvSpPr>
          <p:nvPr/>
        </p:nvSpPr>
        <p:spPr>
          <a:xfrm xmlns:a="http://schemas.openxmlformats.org/drawingml/2006/main">
            <a:off x="533400" y="8127683"/>
            <a:ext cx="6496050" cy="7680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P1이 있으면 같은 담당자에게 되돌려 수정·재감사한다.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전체 테스트, 정적 분석, Web/APK 빌드와 공개 배포를 최종 게이트로 사용한다.</a:t>
            </a:r>
          </a:p>
        </p:txBody>
      </p:sp>
    </p:spTree>
    <p:extLst>
      <p:ext uri="{BB962C8B-B14F-4D97-AF65-F5344CB8AC3E}">
        <p14:creationId xmlns:p14="http://schemas.microsoft.com/office/powerpoint/2010/main" val="16096198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running-label">
            <a:extLst xmlns:a="http://schemas.openxmlformats.org/drawingml/2006/main">
              <a:ext uri="{FF2B5EF4-FFF2-40B4-BE49-F238E27FC236}">
                <a16:creationId xmlns:a16="http://schemas.microsoft.com/office/drawing/2014/main" id="{FE9D6D1C-6421-4FE1-BB57-806FABF55425}"/>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A296AF24-B3DA-463D-9B36-FE55CA980FB1}"/>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5</a:t>
            </a:r>
          </a:p>
        </p:txBody>
      </p:sp>
      <p:sp>
        <p:nvSpPr>
          <p:cNvPr id="3" name="header-rule">
            <a:extLst xmlns:a="http://schemas.openxmlformats.org/drawingml/2006/main">
              <a:ext uri="{FF2B5EF4-FFF2-40B4-BE49-F238E27FC236}">
                <a16:creationId xmlns:a16="http://schemas.microsoft.com/office/drawing/2014/main" id="{F1902372-1401-42DF-83DE-6B58BFE9B57E}"/>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FB219252-EBB8-45F0-8DEF-3143ABCD11F6}"/>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주요 프롬프트와 지시 사항</a:t>
            </a:r>
          </a:p>
        </p:txBody>
      </p:sp>
      <p:sp>
        <p:nvSpPr>
          <p:cNvPr id="5" name="subheading-140">
            <a:extLst xmlns:a="http://schemas.openxmlformats.org/drawingml/2006/main">
              <a:ext uri="{FF2B5EF4-FFF2-40B4-BE49-F238E27FC236}">
                <a16:creationId xmlns:a16="http://schemas.microsoft.com/office/drawing/2014/main" id="{613022D0-1ABA-482B-92B4-405C9DAAD22C}"/>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3.1 원 프로젝트 고도화 지시</a:t>
            </a:r>
          </a:p>
        </p:txBody>
      </p:sp>
      <p:sp>
        <p:nvSpPr>
          <p:cNvPr id="6" name="paragraph-194">
            <a:extLst xmlns:a="http://schemas.openxmlformats.org/drawingml/2006/main">
              <a:ext uri="{FF2B5EF4-FFF2-40B4-BE49-F238E27FC236}">
                <a16:creationId xmlns:a16="http://schemas.microsoft.com/office/drawing/2014/main" id="{15979CF4-AF57-470A-AC37-A4BF7AED2B86}"/>
              </a:ext>
            </a:extLst>
          </p:cNvPr>
          <p:cNvSpPr>
            <a:spLocks xmlns:a="http://schemas.openxmlformats.org/drawingml/2006/main" noGrp="1"/>
          </p:cNvSpPr>
          <p:nvPr/>
        </p:nvSpPr>
        <p:spPr>
          <a:xfrm xmlns:a="http://schemas.openxmlformats.org/drawingml/2006/main">
            <a:off x="533400" y="184785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목적: 기존 물리·저장·리플레이를 보존하면서 여러 전문 역할이 독립 분석 후 교차 검증하도록 한다.</a:t>
            </a:r>
          </a:p>
        </p:txBody>
      </p:sp>
      <p:sp>
        <p:nvSpPr>
          <p:cNvPr id="7" name="paragraph-266.64">
            <a:extLst xmlns:a="http://schemas.openxmlformats.org/drawingml/2006/main">
              <a:ext uri="{FF2B5EF4-FFF2-40B4-BE49-F238E27FC236}">
                <a16:creationId xmlns:a16="http://schemas.microsoft.com/office/drawing/2014/main" id="{84C6800F-B206-4198-89C9-7D6748064D42}"/>
              </a:ext>
            </a:extLst>
          </p:cNvPr>
          <p:cNvSpPr>
            <a:spLocks xmlns:a="http://schemas.openxmlformats.org/drawingml/2006/main" noGrp="1"/>
          </p:cNvSpPr>
          <p:nvPr/>
        </p:nvSpPr>
        <p:spPr>
          <a:xfrm xmlns:a="http://schemas.openxmlformats.org/drawingml/2006/main">
            <a:off x="533400" y="2539746"/>
            <a:ext cx="6496050" cy="3459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대표 지시 요약:</a:t>
            </a:r>
          </a:p>
        </p:txBody>
      </p:sp>
      <p:sp>
        <p:nvSpPr>
          <p:cNvPr id="8" name="paragraph-314.96">
            <a:extLst xmlns:a="http://schemas.openxmlformats.org/drawingml/2006/main">
              <a:ext uri="{FF2B5EF4-FFF2-40B4-BE49-F238E27FC236}">
                <a16:creationId xmlns:a16="http://schemas.microsoft.com/office/drawing/2014/main" id="{B6C8DF28-D811-404C-A5EB-CB986BF95A11}"/>
              </a:ext>
            </a:extLst>
          </p:cNvPr>
          <p:cNvSpPr>
            <a:spLocks xmlns:a="http://schemas.openxmlformats.org/drawingml/2006/main" noGrp="1"/>
          </p:cNvSpPr>
          <p:nvPr/>
        </p:nvSpPr>
        <p:spPr>
          <a:xfrm xmlns:a="http://schemas.openxmlformats.org/drawingml/2006/main">
            <a:off x="533400" y="2999994"/>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기존 코드를 보존하고 역할별 에이전트가 고속 충돌, 결정론, 연쇄 애니메이션, 튜토리얼, QA 위험을 분석한다. 제안은 문제-증거-구현-테스트 경로로만 반영하고, 최종 근거는 실행 로그와 저장소 증거로 남긴다.</a:t>
            </a:r>
          </a:p>
        </p:txBody>
      </p:sp>
      <p:sp>
        <p:nvSpPr>
          <p:cNvPr id="9" name="paragraph-411.91999999999996">
            <a:extLst xmlns:a="http://schemas.openxmlformats.org/drawingml/2006/main">
              <a:ext uri="{FF2B5EF4-FFF2-40B4-BE49-F238E27FC236}">
                <a16:creationId xmlns:a16="http://schemas.microsoft.com/office/drawing/2014/main" id="{8260732A-A1A3-4A75-B839-BDD037A89982}"/>
              </a:ext>
            </a:extLst>
          </p:cNvPr>
          <p:cNvSpPr>
            <a:spLocks xmlns:a="http://schemas.openxmlformats.org/drawingml/2006/main" noGrp="1"/>
          </p:cNvSpPr>
          <p:nvPr/>
        </p:nvSpPr>
        <p:spPr>
          <a:xfrm xmlns:a="http://schemas.openxmlformats.org/drawingml/2006/main">
            <a:off x="533400" y="3923538"/>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출처: harness_docs/prompts/current_goal.md, harness_docs/prompts/agent_prompts.md</a:t>
            </a:r>
          </a:p>
        </p:txBody>
      </p:sp>
      <p:sp>
        <p:nvSpPr>
          <p:cNvPr id="10" name="subheading-484.55999999999995">
            <a:extLst xmlns:a="http://schemas.openxmlformats.org/drawingml/2006/main">
              <a:ext uri="{FF2B5EF4-FFF2-40B4-BE49-F238E27FC236}">
                <a16:creationId xmlns:a16="http://schemas.microsoft.com/office/drawing/2014/main" id="{33E8B60D-6825-4174-BA9F-3E8D282EB654}"/>
              </a:ext>
            </a:extLst>
          </p:cNvPr>
          <p:cNvSpPr>
            <a:spLocks xmlns:a="http://schemas.openxmlformats.org/drawingml/2006/main" noGrp="1"/>
          </p:cNvSpPr>
          <p:nvPr/>
        </p:nvSpPr>
        <p:spPr>
          <a:xfrm xmlns:a="http://schemas.openxmlformats.org/drawingml/2006/main">
            <a:off x="533400" y="4615434"/>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3.2 이번 접근성·난이도 개선 지시</a:t>
            </a:r>
          </a:p>
        </p:txBody>
      </p:sp>
      <p:sp>
        <p:nvSpPr>
          <p:cNvPr id="11" name="paragraph-538.56">
            <a:extLst xmlns:a="http://schemas.openxmlformats.org/drawingml/2006/main">
              <a:ext uri="{FF2B5EF4-FFF2-40B4-BE49-F238E27FC236}">
                <a16:creationId xmlns:a16="http://schemas.microsoft.com/office/drawing/2014/main" id="{C7FE5529-A7D6-4E03-B45D-7D47218361D6}"/>
              </a:ext>
            </a:extLst>
          </p:cNvPr>
          <p:cNvSpPr>
            <a:spLocks xmlns:a="http://schemas.openxmlformats.org/drawingml/2006/main" noGrp="1"/>
          </p:cNvSpPr>
          <p:nvPr/>
        </p:nvSpPr>
        <p:spPr>
          <a:xfrm xmlns:a="http://schemas.openxmlformats.org/drawingml/2006/main">
            <a:off x="533400" y="5129784"/>
            <a:ext cx="6496050" cy="3459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사용자 요구 요약:</a:t>
            </a:r>
          </a:p>
        </p:txBody>
      </p:sp>
      <p:sp>
        <p:nvSpPr>
          <p:cNvPr id="12" name="bullets-586.88">
            <a:extLst xmlns:a="http://schemas.openxmlformats.org/drawingml/2006/main">
              <a:ext uri="{FF2B5EF4-FFF2-40B4-BE49-F238E27FC236}">
                <a16:creationId xmlns:a16="http://schemas.microsoft.com/office/drawing/2014/main" id="{CBF81919-AC86-491B-9C2E-86F7481F6101}"/>
              </a:ext>
            </a:extLst>
          </p:cNvPr>
          <p:cNvSpPr>
            <a:spLocks xmlns:a="http://schemas.openxmlformats.org/drawingml/2006/main" noGrp="1"/>
          </p:cNvSpPr>
          <p:nvPr/>
        </p:nvSpPr>
        <p:spPr>
          <a:xfrm xmlns:a="http://schemas.openxmlformats.org/drawingml/2006/main">
            <a:off x="533400" y="5590032"/>
            <a:ext cx="6496050" cy="22692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공을 누른 손가락이 게이지를 가리므로 기본 오른쪽·설정 왼쪽의 직선 게이지로 바꾼다.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색 단계는 초록→노랑→빨강→점멸 빨강→회색으로 유지한다.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튜토리얼을 조금 쉽게 하고, 쉬움/보통 난이도를 제공한다.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쉬움은 발사선의 예상 1차 도착 위치를 표시하고 보통은 현행을 유지한다.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게임 소개 PDF와 AI 활용 기술 PDF를 분리하고, 실제 애셋·영상·Pages 배포까지 검증한다.</a:t>
            </a:r>
          </a:p>
        </p:txBody>
      </p:sp>
      <p:sp>
        <p:nvSpPr>
          <p:cNvPr id="13" name="paragraph-835.12">
            <a:extLst xmlns:a="http://schemas.openxmlformats.org/drawingml/2006/main">
              <a:ext uri="{FF2B5EF4-FFF2-40B4-BE49-F238E27FC236}">
                <a16:creationId xmlns:a16="http://schemas.microsoft.com/office/drawing/2014/main" id="{48AB01D8-764F-4846-B1FA-FB9DD58D92DA}"/>
              </a:ext>
            </a:extLst>
          </p:cNvPr>
          <p:cNvSpPr>
            <a:spLocks xmlns:a="http://schemas.openxmlformats.org/drawingml/2006/main" noGrp="1"/>
          </p:cNvSpPr>
          <p:nvPr/>
        </p:nvSpPr>
        <p:spPr>
          <a:xfrm xmlns:a="http://schemas.openxmlformats.org/drawingml/2006/main">
            <a:off x="533400" y="7954518"/>
            <a:ext cx="6496050" cy="3459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총괄 제약:</a:t>
            </a:r>
          </a:p>
        </p:txBody>
      </p:sp>
    </p:spTree>
    <p:extLst>
      <p:ext uri="{BB962C8B-B14F-4D97-AF65-F5344CB8AC3E}">
        <p14:creationId xmlns:p14="http://schemas.microsoft.com/office/powerpoint/2010/main" val="18860351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24E658ED-D6EA-4C60-BCFC-CC9444379A6D}"/>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164EBB45-7B68-442A-BE62-AB593DAACFA9}"/>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6</a:t>
            </a:r>
          </a:p>
        </p:txBody>
      </p:sp>
      <p:sp>
        <p:nvSpPr>
          <p:cNvPr id="3" name="header-rule">
            <a:extLst xmlns:a="http://schemas.openxmlformats.org/drawingml/2006/main">
              <a:ext uri="{FF2B5EF4-FFF2-40B4-BE49-F238E27FC236}">
                <a16:creationId xmlns:a16="http://schemas.microsoft.com/office/drawing/2014/main" id="{152CAC36-E3C2-4575-B65A-DE71005BABBE}"/>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4030EFB7-F41D-4CE8-A67E-8FBEDF8111C6}"/>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주요 프롬프트와 지시 사항 · 계속</a:t>
            </a:r>
          </a:p>
        </p:txBody>
      </p:sp>
      <p:sp>
        <p:nvSpPr>
          <p:cNvPr id="5" name="bullets-140">
            <a:extLst xmlns:a="http://schemas.openxmlformats.org/drawingml/2006/main">
              <a:ext uri="{FF2B5EF4-FFF2-40B4-BE49-F238E27FC236}">
                <a16:creationId xmlns:a16="http://schemas.microsoft.com/office/drawing/2014/main" id="{22C174B8-DC03-4418-BDC9-9579DBC67DA7}"/>
              </a:ext>
            </a:extLst>
          </p:cNvPr>
          <p:cNvSpPr>
            <a:spLocks xmlns:a="http://schemas.openxmlformats.org/drawingml/2006/main" noGrp="1"/>
          </p:cNvSpPr>
          <p:nvPr/>
        </p:nvSpPr>
        <p:spPr>
          <a:xfrm xmlns:a="http://schemas.openxmlformats.org/drawingml/2006/main">
            <a:off x="533400" y="1333500"/>
            <a:ext cx="6496050" cy="2037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설정 schema는 게이지 위치와 난이도를 한 번에 올린다.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_01 우선은 캠페인 1–4단계 첫 학습에만 적용하고 오늘의 도전·리플레이와 격리한다.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쉬움은 진행 해금만 공유하며 보통 최고 기록을 덮지 않는다.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공식 오늘의 도전은 보통으로 고정한다.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PDF는 기능·테스트·캡처가 끝난 뒤 생성한다.</a:t>
            </a:r>
          </a:p>
        </p:txBody>
      </p:sp>
    </p:spTree>
    <p:extLst>
      <p:ext uri="{BB962C8B-B14F-4D97-AF65-F5344CB8AC3E}">
        <p14:creationId xmlns:p14="http://schemas.microsoft.com/office/powerpoint/2010/main" val="11713901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unning-label">
            <a:extLst xmlns:a="http://schemas.openxmlformats.org/drawingml/2006/main">
              <a:ext uri="{FF2B5EF4-FFF2-40B4-BE49-F238E27FC236}">
                <a16:creationId xmlns:a16="http://schemas.microsoft.com/office/drawing/2014/main" id="{39B7D093-B820-4DF5-9A1C-3868839B954A}"/>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6F6482F1-B05B-46D7-977E-9F15DFAB8A10}"/>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7</a:t>
            </a:r>
          </a:p>
        </p:txBody>
      </p:sp>
      <p:sp>
        <p:nvSpPr>
          <p:cNvPr id="3" name="header-rule">
            <a:extLst xmlns:a="http://schemas.openxmlformats.org/drawingml/2006/main">
              <a:ext uri="{FF2B5EF4-FFF2-40B4-BE49-F238E27FC236}">
                <a16:creationId xmlns:a16="http://schemas.microsoft.com/office/drawing/2014/main" id="{1E72C566-5E3C-4F11-830E-C38703C86EF7}"/>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0545AC73-9FD6-4AE3-800E-CE5DC3288124}"/>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AI 지원 구현 사례</a:t>
            </a:r>
          </a:p>
        </p:txBody>
      </p:sp>
      <p:sp>
        <p:nvSpPr>
          <p:cNvPr id="5" name="subheading-140">
            <a:extLst xmlns:a="http://schemas.openxmlformats.org/drawingml/2006/main">
              <a:ext uri="{FF2B5EF4-FFF2-40B4-BE49-F238E27FC236}">
                <a16:creationId xmlns:a16="http://schemas.microsoft.com/office/drawing/2014/main" id="{EADFF4B1-FA73-476F-B686-42E6D3DE0F05}"/>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4.1 중앙 편향 부유 충전 게이지</a:t>
            </a:r>
          </a:p>
        </p:txBody>
      </p:sp>
      <p:sp>
        <p:nvSpPr>
          <p:cNvPr id="6" name="paragraph-194">
            <a:extLst xmlns:a="http://schemas.openxmlformats.org/drawingml/2006/main">
              <a:ext uri="{FF2B5EF4-FFF2-40B4-BE49-F238E27FC236}">
                <a16:creationId xmlns:a16="http://schemas.microsoft.com/office/drawing/2014/main" id="{2F5D1CC3-5EEF-40E7-9711-0388727129F7}"/>
              </a:ext>
            </a:extLst>
          </p:cNvPr>
          <p:cNvSpPr>
            <a:spLocks xmlns:a="http://schemas.openxmlformats.org/drawingml/2006/main" noGrp="1"/>
          </p:cNvSpPr>
          <p:nvPr/>
        </p:nvSpPr>
        <p:spPr>
          <a:xfrm xmlns:a="http://schemas.openxmlformats.org/drawingml/2006/main">
            <a:off x="533400" y="184785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기존 LaunchInputSession의 450ms 활성화, 0.40/0.70/0.90 경계, 1680ms 과충전 계약은 바꾸지 않았다. 공 주변 원형 링을 제거하고 공 가까이에서 홀·풍선·파워 슬라이더·열쇠 등 핵심 기물을 피하는 34px 부유 rail로 옮겼다. 오른손/왼손 설정은 공 반대쪽 후보의 우선순위를 바꾸며, 실제 겹침 검사가 최종 위치를 정한다.</a:t>
            </a:r>
          </a:p>
        </p:txBody>
      </p:sp>
      <p:sp>
        <p:nvSpPr>
          <p:cNvPr id="7" name="paragraph-315.28">
            <a:extLst xmlns:a="http://schemas.openxmlformats.org/drawingml/2006/main">
              <a:ext uri="{FF2B5EF4-FFF2-40B4-BE49-F238E27FC236}">
                <a16:creationId xmlns:a16="http://schemas.microsoft.com/office/drawing/2014/main" id="{82409EB8-8BCB-4C02-A65D-D74973D71FC7}"/>
              </a:ext>
            </a:extLst>
          </p:cNvPr>
          <p:cNvSpPr>
            <a:spLocks xmlns:a="http://schemas.openxmlformats.org/drawingml/2006/main" noGrp="1"/>
          </p:cNvSpPr>
          <p:nvPr/>
        </p:nvSpPr>
        <p:spPr>
          <a:xfrm xmlns:a="http://schemas.openxmlformats.org/drawingml/2006/main">
            <a:off x="533400" y="3003042"/>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접근성 감사에서 퍼센트를 80ms마다 liveRegion으로 읽는 문제와 450ms 전 50%가 보이는 문제가 발견됐다. 상태 전이만 live로 읽고 퍼센트는 non-live로 분리했으며, 실제 충전 시작 전에는 레일을 숨겼다.</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e7917538b19c4a68"/>
          <a:stretch xmlns:a="http://schemas.openxmlformats.org/drawingml/2006/main"/>
        </p:blipFill>
        <p:spPr>
          <a:xfrm xmlns:a="http://schemas.openxmlformats.org/drawingml/2006/main">
            <a:off x="3055200" y="3926586"/>
            <a:ext cx="1452450" cy="3143250"/>
          </a:xfrm>
          <a:prstGeom xmlns:a="http://schemas.openxmlformats.org/drawingml/2006/main" prst="roundRect">
            <a:avLst>
              <a:gd name="adj" fmla="val 3636"/>
            </a:avLst>
          </a:prstGeom>
        </p:spPr>
      </p:pic>
      <p:sp>
        <p:nvSpPr>
          <p:cNvPr id="9" name="image-caption-412.24">
            <a:extLst xmlns:a="http://schemas.openxmlformats.org/drawingml/2006/main">
              <a:ext uri="{FF2B5EF4-FFF2-40B4-BE49-F238E27FC236}">
                <a16:creationId xmlns:a16="http://schemas.microsoft.com/office/drawing/2014/main" id="{12BB1B89-DB48-4AA4-B237-C0E9086E6AA9}"/>
              </a:ext>
            </a:extLst>
          </p:cNvPr>
          <p:cNvSpPr>
            <a:spLocks xmlns:a="http://schemas.openxmlformats.org/drawingml/2006/main" noGrp="1"/>
          </p:cNvSpPr>
          <p:nvPr/>
        </p:nvSpPr>
        <p:spPr>
          <a:xfrm xmlns:a="http://schemas.openxmlformats.org/drawingml/2006/main">
            <a:off x="666750" y="712698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4단계 게임판 왼쪽 가장자리에서 느낌표와 빨강 경고 상태를 표시하는 충전 게이지</a:t>
            </a:r>
          </a:p>
        </p:txBody>
      </p:sp>
      <p:sp>
        <p:nvSpPr>
          <p:cNvPr id="10" name="subheading-796.24">
            <a:extLst xmlns:a="http://schemas.openxmlformats.org/drawingml/2006/main">
              <a:ext uri="{FF2B5EF4-FFF2-40B4-BE49-F238E27FC236}">
                <a16:creationId xmlns:a16="http://schemas.microsoft.com/office/drawing/2014/main" id="{A3D1F5CF-DA50-40FD-AF55-5F51AB596522}"/>
              </a:ext>
            </a:extLst>
          </p:cNvPr>
          <p:cNvSpPr>
            <a:spLocks xmlns:a="http://schemas.openxmlformats.org/drawingml/2006/main" noGrp="1"/>
          </p:cNvSpPr>
          <p:nvPr/>
        </p:nvSpPr>
        <p:spPr>
          <a:xfrm xmlns:a="http://schemas.openxmlformats.org/drawingml/2006/main">
            <a:off x="533400" y="758418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4.2 튜토리얼 완화</a:t>
            </a:r>
          </a:p>
        </p:txBody>
      </p:sp>
      <p:sp>
        <p:nvSpPr>
          <p:cNvPr id="11" name="paragraph-850.24">
            <a:extLst xmlns:a="http://schemas.openxmlformats.org/drawingml/2006/main">
              <a:ext uri="{FF2B5EF4-FFF2-40B4-BE49-F238E27FC236}">
                <a16:creationId xmlns:a16="http://schemas.microsoft.com/office/drawing/2014/main" id="{EF16C275-3179-4ED8-9430-2EF3DD88F261}"/>
              </a:ext>
            </a:extLst>
          </p:cNvPr>
          <p:cNvSpPr>
            <a:spLocks xmlns:a="http://schemas.openxmlformats.org/drawingml/2006/main" noGrp="1"/>
          </p:cNvSpPr>
          <p:nvPr/>
        </p:nvSpPr>
        <p:spPr>
          <a:xfrm xmlns:a="http://schemas.openxmlformats.org/drawingml/2006/main">
            <a:off x="533400" y="8098536"/>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공용 StageShuffleBag을 수정하지 않고 캠페인 선택 정책에서 fresh cycle의 첫 항목과 metadata baseline만 교환했다. 재시도·저장 재개는 현재 pattern/seed를 먼저 복원하고, 클리어 뒤에는 기존 셔플을 계속 소비한다.</a:t>
            </a:r>
          </a:p>
        </p:txBody>
      </p:sp>
      <p:sp>
        <p:nvSpPr>
          <p:cNvPr id="12" name="paragraph-947.2">
            <a:extLst xmlns:a="http://schemas.openxmlformats.org/drawingml/2006/main">
              <a:ext uri="{FF2B5EF4-FFF2-40B4-BE49-F238E27FC236}">
                <a16:creationId xmlns:a16="http://schemas.microsoft.com/office/drawing/2014/main" id="{951C5494-162A-475C-840E-B2D125DC3BAA}"/>
              </a:ext>
            </a:extLst>
          </p:cNvPr>
          <p:cNvSpPr>
            <a:spLocks xmlns:a="http://schemas.openxmlformats.org/drawingml/2006/main" noGrp="1"/>
          </p:cNvSpPr>
          <p:nvPr/>
        </p:nvSpPr>
        <p:spPr>
          <a:xfrm xmlns:a="http://schemas.openxmlformats.org/drawingml/2006/main">
            <a:off x="533400" y="902208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실패 도움말은 정답 각도와 힘 대신 기믹의 인과만 보여준다. 3단계 2회 실패 카드는 접근성 중복 낭독과 작은 화면 말줄임까지 별도 감사했다.</a:t>
            </a:r>
          </a:p>
        </p:txBody>
      </p:sp>
    </p:spTree>
    <p:extLst>
      <p:ext uri="{BB962C8B-B14F-4D97-AF65-F5344CB8AC3E}">
        <p14:creationId xmlns:p14="http://schemas.microsoft.com/office/powerpoint/2010/main" val="3463980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unning-label">
            <a:extLst xmlns:a="http://schemas.openxmlformats.org/drawingml/2006/main">
              <a:ext uri="{FF2B5EF4-FFF2-40B4-BE49-F238E27FC236}">
                <a16:creationId xmlns:a16="http://schemas.microsoft.com/office/drawing/2014/main" id="{9F17BF1D-B4E4-4FA4-AF93-A04ACEC3932A}"/>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837B50CE-F045-49B3-9013-F1A71CF81624}"/>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8</a:t>
            </a:r>
          </a:p>
        </p:txBody>
      </p:sp>
      <p:sp>
        <p:nvSpPr>
          <p:cNvPr id="3" name="header-rule">
            <a:extLst xmlns:a="http://schemas.openxmlformats.org/drawingml/2006/main">
              <a:ext uri="{FF2B5EF4-FFF2-40B4-BE49-F238E27FC236}">
                <a16:creationId xmlns:a16="http://schemas.microsoft.com/office/drawing/2014/main" id="{751894BC-DAFB-41CE-AB84-0F18E2458748}"/>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89BE02A8-0B7B-4CE7-913E-17AC9EC0D8D9}"/>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AI 지원 구현 사례 · 계속</a:t>
            </a:r>
          </a:p>
        </p:txBody>
      </p:sp>
      <p:sp>
        <p:nvSpPr>
          <p:cNvPr id="5" name="subheading-140">
            <a:extLst xmlns:a="http://schemas.openxmlformats.org/drawingml/2006/main">
              <a:ext uri="{FF2B5EF4-FFF2-40B4-BE49-F238E27FC236}">
                <a16:creationId xmlns:a16="http://schemas.microsoft.com/office/drawing/2014/main" id="{99A77AD9-CEEA-4248-A031-FB1AF432968C}"/>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4.3 쉬움 모드 예상 첫 도착</a:t>
            </a:r>
          </a:p>
        </p:txBody>
      </p:sp>
      <p:sp>
        <p:nvSpPr>
          <p:cNvPr id="6" name="paragraph-194">
            <a:extLst xmlns:a="http://schemas.openxmlformats.org/drawingml/2006/main">
              <a:ext uri="{FF2B5EF4-FFF2-40B4-BE49-F238E27FC236}">
                <a16:creationId xmlns:a16="http://schemas.microsoft.com/office/drawing/2014/main" id="{D82FD75A-5E73-4322-AF8F-7EF3999F339E}"/>
              </a:ext>
            </a:extLst>
          </p:cNvPr>
          <p:cNvSpPr>
            <a:spLocks xmlns:a="http://schemas.openxmlformats.org/drawingml/2006/main" noGrp="1"/>
          </p:cNvSpPr>
          <p:nvPr/>
        </p:nvSpPr>
        <p:spPr>
          <a:xfrm xmlns:a="http://schemas.openxmlformats.org/drawingml/2006/main">
            <a:off x="533400" y="184785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별도 근사 물리를 만들지 않고 실제 ShotResolver.resolve() 결과에서 경로상 가장 이른 impact·hole·power slider를 고른다. 사건이 없으면 range end를 사용한다. 캐시 키만 1도/1%로 양자화하고, 미리보기와 실제 발사는 동일한 정확한 방향·힘 snapshot을 공유한다.</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118bf4ec7b548e6"/>
          <a:stretch xmlns:a="http://schemas.openxmlformats.org/drawingml/2006/main"/>
        </p:blipFill>
        <p:spPr>
          <a:xfrm xmlns:a="http://schemas.openxmlformats.org/drawingml/2006/main">
            <a:off x="2602706" y="3003042"/>
            <a:ext cx="2357438" cy="3143250"/>
          </a:xfrm>
          <a:prstGeom xmlns:a="http://schemas.openxmlformats.org/drawingml/2006/main" prst="roundRect">
            <a:avLst>
              <a:gd name="adj" fmla="val 3636"/>
            </a:avLst>
          </a:prstGeom>
        </p:spPr>
      </p:pic>
      <p:sp>
        <p:nvSpPr>
          <p:cNvPr id="8" name="image-caption-315.28">
            <a:extLst xmlns:a="http://schemas.openxmlformats.org/drawingml/2006/main">
              <a:ext uri="{FF2B5EF4-FFF2-40B4-BE49-F238E27FC236}">
                <a16:creationId xmlns:a16="http://schemas.microsoft.com/office/drawing/2014/main" id="{17B8C0B2-AC00-426D-86D9-6ADD12D37C31}"/>
              </a:ext>
            </a:extLst>
          </p:cNvPr>
          <p:cNvSpPr>
            <a:spLocks xmlns:a="http://schemas.openxmlformats.org/drawingml/2006/main" noGrp="1"/>
          </p:cNvSpPr>
          <p:nvPr/>
        </p:nvSpPr>
        <p:spPr>
          <a:xfrm xmlns:a="http://schemas.openxmlformats.org/drawingml/2006/main">
            <a:off x="666750" y="6203442"/>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태블릿 쉬움 모드에서 마름모와 예상 라벨로 첫 충돌 위치를 표시한 화면</a:t>
            </a:r>
          </a:p>
        </p:txBody>
      </p:sp>
      <p:sp>
        <p:nvSpPr>
          <p:cNvPr id="9" name="subheading-699.28">
            <a:extLst xmlns:a="http://schemas.openxmlformats.org/drawingml/2006/main">
              <a:ext uri="{FF2B5EF4-FFF2-40B4-BE49-F238E27FC236}">
                <a16:creationId xmlns:a16="http://schemas.microsoft.com/office/drawing/2014/main" id="{8906387B-C996-4819-84B4-E9CDCAE8053B}"/>
              </a:ext>
            </a:extLst>
          </p:cNvPr>
          <p:cNvSpPr>
            <a:spLocks xmlns:a="http://schemas.openxmlformats.org/drawingml/2006/main" noGrp="1"/>
          </p:cNvSpPr>
          <p:nvPr/>
        </p:nvSpPr>
        <p:spPr>
          <a:xfrm xmlns:a="http://schemas.openxmlformats.org/drawingml/2006/main">
            <a:off x="533400" y="6660642"/>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4.4 난이도별 기록 귀속</a:t>
            </a:r>
          </a:p>
        </p:txBody>
      </p:sp>
      <p:sp>
        <p:nvSpPr>
          <p:cNvPr id="10" name="paragraph-753.28">
            <a:extLst xmlns:a="http://schemas.openxmlformats.org/drawingml/2006/main">
              <a:ext uri="{FF2B5EF4-FFF2-40B4-BE49-F238E27FC236}">
                <a16:creationId xmlns:a16="http://schemas.microsoft.com/office/drawing/2014/main" id="{10F499E1-DCB5-4789-B7FA-DB7C65312B2F}"/>
              </a:ext>
            </a:extLst>
          </p:cNvPr>
          <p:cNvSpPr>
            <a:spLocks xmlns:a="http://schemas.openxmlformats.org/drawingml/2006/main" noGrp="1"/>
          </p:cNvSpPr>
          <p:nvPr/>
        </p:nvSpPr>
        <p:spPr>
          <a:xfrm xmlns:a="http://schemas.openxmlformats.org/drawingml/2006/main">
            <a:off x="533400" y="7174992"/>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AI 감사에서 앱 재개 중 현재 설정이 완료 당시 난이도를 덮을 수 있는 위험을 세 차례 발견했다. 최종 구현은 runId + stage + pattern + seed identity의 sidecar를 first-write-wins로 저장하고, 정상 완료·완료 상태 복구·성공 샷 직후 크래시 복구가 동일 귀속을 사용한다.</a:t>
            </a:r>
          </a:p>
        </p:txBody>
      </p:sp>
      <p:sp>
        <p:nvSpPr>
          <p:cNvPr id="11" name="paragraph-874.56">
            <a:extLst xmlns:a="http://schemas.openxmlformats.org/drawingml/2006/main">
              <a:ext uri="{FF2B5EF4-FFF2-40B4-BE49-F238E27FC236}">
                <a16:creationId xmlns:a16="http://schemas.microsoft.com/office/drawing/2014/main" id="{E050A665-673B-4A80-BB48-70C7230D4095}"/>
              </a:ext>
            </a:extLst>
          </p:cNvPr>
          <p:cNvSpPr>
            <a:spLocks xmlns:a="http://schemas.openxmlformats.org/drawingml/2006/main" noGrp="1"/>
          </p:cNvSpPr>
          <p:nvPr/>
        </p:nvSpPr>
        <p:spPr>
          <a:xfrm xmlns:a="http://schemas.openxmlformats.org/drawingml/2006/main">
            <a:off x="533400" y="8330184"/>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Normal/Easy/metadata 없음 × 3개 완료 경로의 9개 조합에서 진행 해금은 항상 공유하고, Normal만 최고 기록·보너스를 갱신하며, 성공 트랜잭션 뒤 sidecar 삭제를 검증했다.</a:t>
            </a:r>
          </a:p>
        </p:txBody>
      </p:sp>
      <p:sp>
        <p:nvSpPr>
          <p:cNvPr id="12" name="subheading-947.1999999999999">
            <a:extLst xmlns:a="http://schemas.openxmlformats.org/drawingml/2006/main">
              <a:ext uri="{FF2B5EF4-FFF2-40B4-BE49-F238E27FC236}">
                <a16:creationId xmlns:a16="http://schemas.microsoft.com/office/drawing/2014/main" id="{33A4CF49-1566-432E-A245-48F17E1D6D09}"/>
              </a:ext>
            </a:extLst>
          </p:cNvPr>
          <p:cNvSpPr>
            <a:spLocks xmlns:a="http://schemas.openxmlformats.org/drawingml/2006/main" noGrp="1"/>
          </p:cNvSpPr>
          <p:nvPr/>
        </p:nvSpPr>
        <p:spPr>
          <a:xfrm xmlns:a="http://schemas.openxmlformats.org/drawingml/2006/main">
            <a:off x="533400" y="902208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4.5 기믹 우위·보상 시각 언어</a:t>
            </a:r>
          </a:p>
        </p:txBody>
      </p:sp>
    </p:spTree>
    <p:extLst>
      <p:ext uri="{BB962C8B-B14F-4D97-AF65-F5344CB8AC3E}">
        <p14:creationId xmlns:p14="http://schemas.microsoft.com/office/powerpoint/2010/main" val="9704396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unning-label">
            <a:extLst xmlns:a="http://schemas.openxmlformats.org/drawingml/2006/main">
              <a:ext uri="{FF2B5EF4-FFF2-40B4-BE49-F238E27FC236}">
                <a16:creationId xmlns:a16="http://schemas.microsoft.com/office/drawing/2014/main" id="{0736910B-EC06-482B-A2E6-37B779B7A96D}"/>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5C938536-FCB4-46B7-8FA0-B392B807F640}"/>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9</a:t>
            </a:r>
          </a:p>
        </p:txBody>
      </p:sp>
      <p:sp>
        <p:nvSpPr>
          <p:cNvPr id="3" name="header-rule">
            <a:extLst xmlns:a="http://schemas.openxmlformats.org/drawingml/2006/main">
              <a:ext uri="{FF2B5EF4-FFF2-40B4-BE49-F238E27FC236}">
                <a16:creationId xmlns:a16="http://schemas.microsoft.com/office/drawing/2014/main" id="{C66C9058-719D-4986-ABE5-96F2F12FF9B6}"/>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817A837E-A017-4718-A971-FE7AE7CD73CC}"/>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AI 지원 구현 사례 · 계속</a:t>
            </a:r>
          </a:p>
        </p:txBody>
      </p:sp>
      <p:sp>
        <p:nvSpPr>
          <p:cNvPr id="5" name="paragraph-140">
            <a:extLst xmlns:a="http://schemas.openxmlformats.org/drawingml/2006/main">
              <a:ext uri="{FF2B5EF4-FFF2-40B4-BE49-F238E27FC236}">
                <a16:creationId xmlns:a16="http://schemas.microsoft.com/office/drawing/2014/main" id="{9258CD56-DB9C-4437-872A-FE65A00EA3C7}"/>
              </a:ext>
            </a:extLst>
          </p:cNvPr>
          <p:cNvSpPr>
            <a:spLocks xmlns:a="http://schemas.openxmlformats.org/drawingml/2006/main" noGrp="1"/>
          </p:cNvSpPr>
          <p:nvPr/>
        </p:nvSpPr>
        <p:spPr>
          <a:xfrm xmlns:a="http://schemas.openxmlformats.org/drawingml/2006/main">
            <a:off x="533400" y="1333500"/>
            <a:ext cx="6496050" cy="1504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사용자 캡처에서 드러난 직행 우회를 막기 위해 기준·변형 패턴의 홀·벽·문·스위치 배치를 조정했다. 자동 검증은 40개 생산 패턴을 모두 순회한다. 단발 32패턴은 기믹 성공 영역이 무기믹 우회보다 개별 1.40배 이상이어야 한다. 7·10단계는 같은 900개 최종 입력을 준비 상태와 초기 상태에 각각 적용해 표본 분모를 같게 하고, typed 준비 사건·문 상태 변화·같은 최종 입력 실패를 먼저 증명한다. 8단계는 같은 홀 진입에서 연쇄 점수 1.45배 이상을 요구한다.</a:t>
            </a:r>
          </a:p>
        </p:txBody>
      </p:sp>
      <p:sp>
        <p:nvSpPr>
          <p:cNvPr id="6" name="paragraph-309.92">
            <a:extLst xmlns:a="http://schemas.openxmlformats.org/drawingml/2006/main">
              <a:ext uri="{FF2B5EF4-FFF2-40B4-BE49-F238E27FC236}">
                <a16:creationId xmlns:a16="http://schemas.microsoft.com/office/drawing/2014/main" id="{6AE55665-B13C-4102-9D03-710F04B21DCF}"/>
              </a:ext>
            </a:extLst>
          </p:cNvPr>
          <p:cNvSpPr>
            <a:spLocks xmlns:a="http://schemas.openxmlformats.org/drawingml/2006/main" noGrp="1"/>
          </p:cNvSpPr>
          <p:nvPr/>
        </p:nvSpPr>
        <p:spPr>
          <a:xfrm xmlns:a="http://schemas.openxmlformats.org/drawingml/2006/main">
            <a:off x="533400" y="2951988"/>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기존 런 보상 8종과 다음 스테이지 팁 1종, 총 9종은 Flutter의 무료 Material Icons에서 기능별 아이콘을 매핑했다. 청록/금색 꾸미기는 공 본체의 채움·테두리·하이라이트를 함께 바꿔 다음 스테이지에서도 변화가 식별되도록 했고, 비교 Golden과 실제 단계 Golden을 추가했다.</a:t>
            </a:r>
          </a:p>
        </p:txBody>
      </p:sp>
      <p:sp>
        <p:nvSpPr>
          <p:cNvPr id="7" name="subheading-431.20000000000005">
            <a:extLst xmlns:a="http://schemas.openxmlformats.org/drawingml/2006/main">
              <a:ext uri="{FF2B5EF4-FFF2-40B4-BE49-F238E27FC236}">
                <a16:creationId xmlns:a16="http://schemas.microsoft.com/office/drawing/2014/main" id="{203B3207-D5FC-46CA-80BD-64579C4DB5B7}"/>
              </a:ext>
            </a:extLst>
          </p:cNvPr>
          <p:cNvSpPr>
            <a:spLocks xmlns:a="http://schemas.openxmlformats.org/drawingml/2006/main" noGrp="1"/>
          </p:cNvSpPr>
          <p:nvPr/>
        </p:nvSpPr>
        <p:spPr>
          <a:xfrm xmlns:a="http://schemas.openxmlformats.org/drawingml/2006/main">
            <a:off x="533400" y="410718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4.6 패턴 힌트·비물리 열쇠·저장 복구</a:t>
            </a:r>
          </a:p>
        </p:txBody>
      </p:sp>
      <p:sp>
        <p:nvSpPr>
          <p:cNvPr id="8" name="paragraph-485.20000000000005">
            <a:extLst xmlns:a="http://schemas.openxmlformats.org/drawingml/2006/main">
              <a:ext uri="{FF2B5EF4-FFF2-40B4-BE49-F238E27FC236}">
                <a16:creationId xmlns:a16="http://schemas.microsoft.com/office/drawing/2014/main" id="{C94A53D9-AE0A-44C6-B462-A291D6A643C8}"/>
              </a:ext>
            </a:extLst>
          </p:cNvPr>
          <p:cNvSpPr>
            <a:spLocks xmlns:a="http://schemas.openxmlformats.org/drawingml/2006/main" noGrp="1"/>
          </p:cNvSpPr>
          <p:nvPr/>
        </p:nvSpPr>
        <p:spPr>
          <a:xfrm xmlns:a="http://schemas.openxmlformats.org/drawingml/2006/main">
            <a:off x="533400" y="462153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HintCatalog v1은 40개 생산 패턴 각각에 정확히 L1·L2를 제공한다. Validator는 잘못된 패턴/기물 참조, 누락·중복·L3, 숫자 정답과 추상 문장을 거부한다. 다음 단계 팁 보상은 이미 선추첨된 다음 패턴 정체성에 결속하고, 일일 도전에서는 사용할 수 없는 후보를 제외한다.</a:t>
            </a:r>
          </a:p>
        </p:txBody>
      </p:sp>
      <p:sp>
        <p:nvSpPr>
          <p:cNvPr id="9" name="paragraph-606.48">
            <a:extLst xmlns:a="http://schemas.openxmlformats.org/drawingml/2006/main">
              <a:ext uri="{FF2B5EF4-FFF2-40B4-BE49-F238E27FC236}">
                <a16:creationId xmlns:a16="http://schemas.microsoft.com/office/drawing/2014/main" id="{14404021-6DB6-471F-9FE5-773B34D642F1}"/>
              </a:ext>
            </a:extLst>
          </p:cNvPr>
          <p:cNvSpPr>
            <a:spLocks xmlns:a="http://schemas.openxmlformats.org/drawingml/2006/main" noGrp="1"/>
          </p:cNvSpPr>
          <p:nvPr/>
        </p:nvSpPr>
        <p:spPr>
          <a:xfrm xmlns:a="http://schemas.openxmlformats.org/drawingml/2006/main">
            <a:off x="533400" y="5776722"/>
            <a:ext cx="6496050" cy="1272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열쇠 판정은 ShotResolver 물리에 엔티티를 추가하지 않고, 확정된 현재 공·과거 공 경로의 모든 접촉 후보를 시간순으로 정렬해 열쇠별 첫 직접 접촉만 채택한다. 느린 저장 중에도 샷 애니메이션은 바로 진행되고, 저장 성공 뒤에만 열쇠 제거·VFX·힌트 버튼을 반영한다. RunState v3는 v1/v2 마이그레이션, L3→L2 clamp, 실패 전후 기준값과 권한 불변식을 검증한다.</a:t>
            </a:r>
          </a:p>
        </p:txBody>
      </p:sp>
    </p:spTree>
    <p:extLst>
      <p:ext uri="{BB962C8B-B14F-4D97-AF65-F5344CB8AC3E}">
        <p14:creationId xmlns:p14="http://schemas.microsoft.com/office/powerpoint/2010/main" val="98510315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running-label">
            <a:extLst xmlns:a="http://schemas.openxmlformats.org/drawingml/2006/main">
              <a:ext uri="{FF2B5EF4-FFF2-40B4-BE49-F238E27FC236}">
                <a16:creationId xmlns:a16="http://schemas.microsoft.com/office/drawing/2014/main" id="{1A9AD28D-D5B2-4CD4-9E36-4AD3865E8CC5}"/>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05D0053A-4BF7-418D-868C-BC8C776F2C26}"/>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10</a:t>
            </a:r>
          </a:p>
        </p:txBody>
      </p:sp>
      <p:sp>
        <p:nvSpPr>
          <p:cNvPr id="3" name="header-rule">
            <a:extLst xmlns:a="http://schemas.openxmlformats.org/drawingml/2006/main">
              <a:ext uri="{FF2B5EF4-FFF2-40B4-BE49-F238E27FC236}">
                <a16:creationId xmlns:a16="http://schemas.microsoft.com/office/drawing/2014/main" id="{9D4A957D-68BC-4CA0-AD84-A7040C6C6980}"/>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3A07A962-9B19-4793-9B1C-5BA7C2759572}"/>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5. 검증 및 AI 결과 채택 기준</a:t>
            </a:r>
          </a:p>
        </p:txBody>
      </p:sp>
      <p:sp>
        <p:nvSpPr>
          <p:cNvPr id="5" name="table-cell-140-0-0">
            <a:extLst xmlns:a="http://schemas.openxmlformats.org/drawingml/2006/main">
              <a:ext uri="{FF2B5EF4-FFF2-40B4-BE49-F238E27FC236}">
                <a16:creationId xmlns:a16="http://schemas.microsoft.com/office/drawing/2014/main" id="{C530E048-8DD7-4A14-824F-E81F994DB98C}"/>
              </a:ext>
            </a:extLst>
          </p:cNvPr>
          <p:cNvSpPr>
            <a:spLocks xmlns:a="http://schemas.openxmlformats.org/drawingml/2006/main" noGrp="1"/>
          </p:cNvSpPr>
          <p:nvPr/>
        </p:nvSpPr>
        <p:spPr>
          <a:xfrm xmlns:a="http://schemas.openxmlformats.org/drawingml/2006/main">
            <a:off x="533400"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1B682B23-3049-413E-8BA3-DB80912CC943}"/>
              </a:ext>
            </a:extLst>
          </p:cNvPr>
          <p:cNvSpPr>
            <a:spLocks xmlns:a="http://schemas.openxmlformats.org/drawingml/2006/main" noGrp="1"/>
          </p:cNvSpPr>
          <p:nvPr/>
        </p:nvSpPr>
        <p:spPr>
          <a:xfrm xmlns:a="http://schemas.openxmlformats.org/drawingml/2006/main">
            <a:off x="619125"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검증</a:t>
            </a:r>
          </a:p>
        </p:txBody>
      </p:sp>
      <p:sp>
        <p:nvSpPr>
          <p:cNvPr id="7" name="table-cell-140-0-1">
            <a:extLst xmlns:a="http://schemas.openxmlformats.org/drawingml/2006/main">
              <a:ext uri="{FF2B5EF4-FFF2-40B4-BE49-F238E27FC236}">
                <a16:creationId xmlns:a16="http://schemas.microsoft.com/office/drawing/2014/main" id="{546E67AC-2E75-442A-9B96-6F005A3686B9}"/>
              </a:ext>
            </a:extLst>
          </p:cNvPr>
          <p:cNvSpPr>
            <a:spLocks xmlns:a="http://schemas.openxmlformats.org/drawingml/2006/main" noGrp="1"/>
          </p:cNvSpPr>
          <p:nvPr/>
        </p:nvSpPr>
        <p:spPr>
          <a:xfrm xmlns:a="http://schemas.openxmlformats.org/drawingml/2006/main">
            <a:off x="3781425"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C2F25A88-08A0-44FD-8D97-F741FEABFAD9}"/>
              </a:ext>
            </a:extLst>
          </p:cNvPr>
          <p:cNvSpPr>
            <a:spLocks xmlns:a="http://schemas.openxmlformats.org/drawingml/2006/main" noGrp="1"/>
          </p:cNvSpPr>
          <p:nvPr/>
        </p:nvSpPr>
        <p:spPr>
          <a:xfrm xmlns:a="http://schemas.openxmlformats.org/drawingml/2006/main">
            <a:off x="3867150"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최종 결과</a:t>
            </a:r>
          </a:p>
        </p:txBody>
      </p:sp>
      <p:sp>
        <p:nvSpPr>
          <p:cNvPr id="9" name="table-cell-140-1-0">
            <a:extLst xmlns:a="http://schemas.openxmlformats.org/drawingml/2006/main">
              <a:ext uri="{FF2B5EF4-FFF2-40B4-BE49-F238E27FC236}">
                <a16:creationId xmlns:a16="http://schemas.microsoft.com/office/drawing/2014/main" id="{81C3180C-8A0B-4E91-BE01-201BA84E1ADB}"/>
              </a:ext>
            </a:extLst>
          </p:cNvPr>
          <p:cNvSpPr>
            <a:spLocks xmlns:a="http://schemas.openxmlformats.org/drawingml/2006/main" noGrp="1"/>
          </p:cNvSpPr>
          <p:nvPr/>
        </p:nvSpPr>
        <p:spPr>
          <a:xfrm xmlns:a="http://schemas.openxmlformats.org/drawingml/2006/main">
            <a:off x="533400" y="1790700"/>
            <a:ext cx="3248025" cy="71151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0" name="table-text-140-1-0">
            <a:extLst xmlns:a="http://schemas.openxmlformats.org/drawingml/2006/main">
              <a:ext uri="{FF2B5EF4-FFF2-40B4-BE49-F238E27FC236}">
                <a16:creationId xmlns:a16="http://schemas.microsoft.com/office/drawing/2014/main" id="{7E5B7805-F27E-4973-B2C2-64FB3AB05A81}"/>
              </a:ext>
            </a:extLst>
          </p:cNvPr>
          <p:cNvSpPr>
            <a:spLocks xmlns:a="http://schemas.openxmlformats.org/drawingml/2006/main" noGrp="1"/>
          </p:cNvSpPr>
          <p:nvPr/>
        </p:nvSpPr>
        <p:spPr>
          <a:xfrm xmlns:a="http://schemas.openxmlformats.org/drawingml/2006/main">
            <a:off x="619125" y="1857375"/>
            <a:ext cx="3076575"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전체 회귀</a:t>
            </a:r>
          </a:p>
        </p:txBody>
      </p:sp>
      <p:sp>
        <p:nvSpPr>
          <p:cNvPr id="11" name="table-cell-140-1-1">
            <a:extLst xmlns:a="http://schemas.openxmlformats.org/drawingml/2006/main">
              <a:ext uri="{FF2B5EF4-FFF2-40B4-BE49-F238E27FC236}">
                <a16:creationId xmlns:a16="http://schemas.microsoft.com/office/drawing/2014/main" id="{9ADE5F82-C556-423C-815B-7897B6C05F18}"/>
              </a:ext>
            </a:extLst>
          </p:cNvPr>
          <p:cNvSpPr>
            <a:spLocks xmlns:a="http://schemas.openxmlformats.org/drawingml/2006/main" noGrp="1"/>
          </p:cNvSpPr>
          <p:nvPr/>
        </p:nvSpPr>
        <p:spPr>
          <a:xfrm xmlns:a="http://schemas.openxmlformats.org/drawingml/2006/main">
            <a:off x="3781425" y="1790700"/>
            <a:ext cx="3248025" cy="71151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1">
            <a:extLst xmlns:a="http://schemas.openxmlformats.org/drawingml/2006/main">
              <a:ext uri="{FF2B5EF4-FFF2-40B4-BE49-F238E27FC236}">
                <a16:creationId xmlns:a16="http://schemas.microsoft.com/office/drawing/2014/main" id="{470CF015-3742-4BB7-A41C-F1959CFE6A85}"/>
              </a:ext>
            </a:extLst>
          </p:cNvPr>
          <p:cNvSpPr>
            <a:spLocks xmlns:a="http://schemas.openxmlformats.org/drawingml/2006/main" noGrp="1"/>
          </p:cNvSpPr>
          <p:nvPr/>
        </p:nvSpPr>
        <p:spPr>
          <a:xfrm xmlns:a="http://schemas.openxmlformats.org/drawingml/2006/main">
            <a:off x="3867150" y="1857375"/>
            <a:ext cx="3076575"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36"/>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단 한 번의 직렬 실행 1,062건 중 997건 통과·65건 실패. stale Golden 61장과 레벨 7·10 replay fixture를 실제 결과에 맞춰 검토한 뒤 Golden 67/67, replay·결정론 9/9, 핵심 변경 239/239를 표적 재검증</a:t>
            </a:r>
          </a:p>
        </p:txBody>
      </p:sp>
      <p:sp>
        <p:nvSpPr>
          <p:cNvPr id="13" name="table-cell-140-2-0">
            <a:extLst xmlns:a="http://schemas.openxmlformats.org/drawingml/2006/main">
              <a:ext uri="{FF2B5EF4-FFF2-40B4-BE49-F238E27FC236}">
                <a16:creationId xmlns:a16="http://schemas.microsoft.com/office/drawing/2014/main" id="{E54EEC50-F323-431B-B0CF-F6373C651AEA}"/>
              </a:ext>
            </a:extLst>
          </p:cNvPr>
          <p:cNvSpPr>
            <a:spLocks xmlns:a="http://schemas.openxmlformats.org/drawingml/2006/main" noGrp="1"/>
          </p:cNvSpPr>
          <p:nvPr/>
        </p:nvSpPr>
        <p:spPr>
          <a:xfrm xmlns:a="http://schemas.openxmlformats.org/drawingml/2006/main">
            <a:off x="533400" y="250221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4" name="table-text-140-2-0">
            <a:extLst xmlns:a="http://schemas.openxmlformats.org/drawingml/2006/main">
              <a:ext uri="{FF2B5EF4-FFF2-40B4-BE49-F238E27FC236}">
                <a16:creationId xmlns:a16="http://schemas.microsoft.com/office/drawing/2014/main" id="{912E465D-655F-4021-96EA-F0D7D96411D2}"/>
              </a:ext>
            </a:extLst>
          </p:cNvPr>
          <p:cNvSpPr>
            <a:spLocks xmlns:a="http://schemas.openxmlformats.org/drawingml/2006/main" noGrp="1"/>
          </p:cNvSpPr>
          <p:nvPr/>
        </p:nvSpPr>
        <p:spPr>
          <a:xfrm xmlns:a="http://schemas.openxmlformats.org/drawingml/2006/main">
            <a:off x="619125" y="256889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정적 분석</a:t>
            </a:r>
          </a:p>
        </p:txBody>
      </p:sp>
      <p:sp>
        <p:nvSpPr>
          <p:cNvPr id="15" name="table-cell-140-2-1">
            <a:extLst xmlns:a="http://schemas.openxmlformats.org/drawingml/2006/main">
              <a:ext uri="{FF2B5EF4-FFF2-40B4-BE49-F238E27FC236}">
                <a16:creationId xmlns:a16="http://schemas.microsoft.com/office/drawing/2014/main" id="{C99FBB09-6E5E-47CC-888F-70A63417007B}"/>
              </a:ext>
            </a:extLst>
          </p:cNvPr>
          <p:cNvSpPr>
            <a:spLocks xmlns:a="http://schemas.openxmlformats.org/drawingml/2006/main" noGrp="1"/>
          </p:cNvSpPr>
          <p:nvPr/>
        </p:nvSpPr>
        <p:spPr>
          <a:xfrm xmlns:a="http://schemas.openxmlformats.org/drawingml/2006/main">
            <a:off x="3781425" y="250221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6" name="table-text-140-2-1">
            <a:extLst xmlns:a="http://schemas.openxmlformats.org/drawingml/2006/main">
              <a:ext uri="{FF2B5EF4-FFF2-40B4-BE49-F238E27FC236}">
                <a16:creationId xmlns:a16="http://schemas.microsoft.com/office/drawing/2014/main" id="{2E4909DF-CBCD-490A-A192-0A1DFF2DE81C}"/>
              </a:ext>
            </a:extLst>
          </p:cNvPr>
          <p:cNvSpPr>
            <a:spLocks xmlns:a="http://schemas.openxmlformats.org/drawingml/2006/main" noGrp="1"/>
          </p:cNvSpPr>
          <p:nvPr/>
        </p:nvSpPr>
        <p:spPr>
          <a:xfrm xmlns:a="http://schemas.openxmlformats.org/drawingml/2006/main">
            <a:off x="3867150" y="256889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문제 0건</a:t>
            </a:r>
          </a:p>
        </p:txBody>
      </p:sp>
      <p:sp>
        <p:nvSpPr>
          <p:cNvPr id="17" name="table-cell-140-3-0">
            <a:extLst xmlns:a="http://schemas.openxmlformats.org/drawingml/2006/main">
              <a:ext uri="{FF2B5EF4-FFF2-40B4-BE49-F238E27FC236}">
                <a16:creationId xmlns:a16="http://schemas.microsoft.com/office/drawing/2014/main" id="{9B303598-C526-4E33-82DC-3AC5FB1BBDEE}"/>
              </a:ext>
            </a:extLst>
          </p:cNvPr>
          <p:cNvSpPr>
            <a:spLocks xmlns:a="http://schemas.openxmlformats.org/drawingml/2006/main" noGrp="1"/>
          </p:cNvSpPr>
          <p:nvPr/>
        </p:nvSpPr>
        <p:spPr>
          <a:xfrm xmlns:a="http://schemas.openxmlformats.org/drawingml/2006/main">
            <a:off x="533400" y="290226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8" name="table-text-140-3-0">
            <a:extLst xmlns:a="http://schemas.openxmlformats.org/drawingml/2006/main">
              <a:ext uri="{FF2B5EF4-FFF2-40B4-BE49-F238E27FC236}">
                <a16:creationId xmlns:a16="http://schemas.microsoft.com/office/drawing/2014/main" id="{CC163E26-F5F5-42E8-8560-F5C4C1AC940B}"/>
              </a:ext>
            </a:extLst>
          </p:cNvPr>
          <p:cNvSpPr>
            <a:spLocks xmlns:a="http://schemas.openxmlformats.org/drawingml/2006/main" noGrp="1"/>
          </p:cNvSpPr>
          <p:nvPr/>
        </p:nvSpPr>
        <p:spPr>
          <a:xfrm xmlns:a="http://schemas.openxmlformats.org/drawingml/2006/main">
            <a:off x="619125" y="296894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보통 모드 화면</a:t>
            </a:r>
          </a:p>
        </p:txBody>
      </p:sp>
      <p:sp>
        <p:nvSpPr>
          <p:cNvPr id="19" name="table-cell-140-3-1">
            <a:extLst xmlns:a="http://schemas.openxmlformats.org/drawingml/2006/main">
              <a:ext uri="{FF2B5EF4-FFF2-40B4-BE49-F238E27FC236}">
                <a16:creationId xmlns:a16="http://schemas.microsoft.com/office/drawing/2014/main" id="{0FAA89E9-EE49-4872-B83F-2C2E7A66C606}"/>
              </a:ext>
            </a:extLst>
          </p:cNvPr>
          <p:cNvSpPr>
            <a:spLocks xmlns:a="http://schemas.openxmlformats.org/drawingml/2006/main" noGrp="1"/>
          </p:cNvSpPr>
          <p:nvPr/>
        </p:nvSpPr>
        <p:spPr>
          <a:xfrm xmlns:a="http://schemas.openxmlformats.org/drawingml/2006/main">
            <a:off x="3781425" y="290226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0" name="table-text-140-3-1">
            <a:extLst xmlns:a="http://schemas.openxmlformats.org/drawingml/2006/main">
              <a:ext uri="{FF2B5EF4-FFF2-40B4-BE49-F238E27FC236}">
                <a16:creationId xmlns:a16="http://schemas.microsoft.com/office/drawing/2014/main" id="{FC0A04A0-A473-4668-898E-441806FDD317}"/>
              </a:ext>
            </a:extLst>
          </p:cNvPr>
          <p:cNvSpPr>
            <a:spLocks xmlns:a="http://schemas.openxmlformats.org/drawingml/2006/main" noGrp="1"/>
          </p:cNvSpPr>
          <p:nvPr/>
        </p:nvSpPr>
        <p:spPr>
          <a:xfrm xmlns:a="http://schemas.openxmlformats.org/drawingml/2006/main">
            <a:off x="3867150" y="296894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320×568·375×812를 포함한 화면 기준과 최종 하단 문구 변경 영향권 Golden 표적 통과</a:t>
            </a:r>
          </a:p>
        </p:txBody>
      </p:sp>
      <p:sp>
        <p:nvSpPr>
          <p:cNvPr id="21" name="table-cell-140-4-0">
            <a:extLst xmlns:a="http://schemas.openxmlformats.org/drawingml/2006/main">
              <a:ext uri="{FF2B5EF4-FFF2-40B4-BE49-F238E27FC236}">
                <a16:creationId xmlns:a16="http://schemas.microsoft.com/office/drawing/2014/main" id="{BD25E08D-8F98-49CC-ABFC-3546785B16C2}"/>
              </a:ext>
            </a:extLst>
          </p:cNvPr>
          <p:cNvSpPr>
            <a:spLocks xmlns:a="http://schemas.openxmlformats.org/drawingml/2006/main" noGrp="1"/>
          </p:cNvSpPr>
          <p:nvPr/>
        </p:nvSpPr>
        <p:spPr>
          <a:xfrm xmlns:a="http://schemas.openxmlformats.org/drawingml/2006/main">
            <a:off x="533400" y="3433763"/>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4-0">
            <a:extLst xmlns:a="http://schemas.openxmlformats.org/drawingml/2006/main">
              <a:ext uri="{FF2B5EF4-FFF2-40B4-BE49-F238E27FC236}">
                <a16:creationId xmlns:a16="http://schemas.microsoft.com/office/drawing/2014/main" id="{51412944-6618-4A4D-810F-585DDFE7FE20}"/>
              </a:ext>
            </a:extLst>
          </p:cNvPr>
          <p:cNvSpPr>
            <a:spLocks xmlns:a="http://schemas.openxmlformats.org/drawingml/2006/main" noGrp="1"/>
          </p:cNvSpPr>
          <p:nvPr/>
        </p:nvSpPr>
        <p:spPr>
          <a:xfrm xmlns:a="http://schemas.openxmlformats.org/drawingml/2006/main">
            <a:off x="619125" y="3500438"/>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신규 게이지</a:t>
            </a:r>
          </a:p>
        </p:txBody>
      </p:sp>
      <p:sp>
        <p:nvSpPr>
          <p:cNvPr id="23" name="table-cell-140-4-1">
            <a:extLst xmlns:a="http://schemas.openxmlformats.org/drawingml/2006/main">
              <a:ext uri="{FF2B5EF4-FFF2-40B4-BE49-F238E27FC236}">
                <a16:creationId xmlns:a16="http://schemas.microsoft.com/office/drawing/2014/main" id="{13C58BF8-B881-4E89-9FF1-E8B55ACAEFF1}"/>
              </a:ext>
            </a:extLst>
          </p:cNvPr>
          <p:cNvSpPr>
            <a:spLocks xmlns:a="http://schemas.openxmlformats.org/drawingml/2006/main" noGrp="1"/>
          </p:cNvSpPr>
          <p:nvPr/>
        </p:nvSpPr>
        <p:spPr>
          <a:xfrm xmlns:a="http://schemas.openxmlformats.org/drawingml/2006/main">
            <a:off x="3781425" y="3433763"/>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4" name="table-text-140-4-1">
            <a:extLst xmlns:a="http://schemas.openxmlformats.org/drawingml/2006/main">
              <a:ext uri="{FF2B5EF4-FFF2-40B4-BE49-F238E27FC236}">
                <a16:creationId xmlns:a16="http://schemas.microsoft.com/office/drawing/2014/main" id="{B6887214-9A64-42E4-9CC2-3211B89D6F01}"/>
              </a:ext>
            </a:extLst>
          </p:cNvPr>
          <p:cNvSpPr>
            <a:spLocks xmlns:a="http://schemas.openxmlformats.org/drawingml/2006/main" noGrp="1"/>
          </p:cNvSpPr>
          <p:nvPr/>
        </p:nvSpPr>
        <p:spPr>
          <a:xfrm xmlns:a="http://schemas.openxmlformats.org/drawingml/2006/main">
            <a:off x="3867150" y="3500438"/>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625"/>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좌/우 × 5상태, 모바일/태블릿, 저모션·점멸 끄기 Golden/위젯 통과</a:t>
            </a:r>
          </a:p>
        </p:txBody>
      </p:sp>
      <p:sp>
        <p:nvSpPr>
          <p:cNvPr id="25" name="table-cell-140-5-0">
            <a:extLst xmlns:a="http://schemas.openxmlformats.org/drawingml/2006/main">
              <a:ext uri="{FF2B5EF4-FFF2-40B4-BE49-F238E27FC236}">
                <a16:creationId xmlns:a16="http://schemas.microsoft.com/office/drawing/2014/main" id="{6A24229C-6448-4BDB-A364-C003D127CD4C}"/>
              </a:ext>
            </a:extLst>
          </p:cNvPr>
          <p:cNvSpPr>
            <a:spLocks xmlns:a="http://schemas.openxmlformats.org/drawingml/2006/main" noGrp="1"/>
          </p:cNvSpPr>
          <p:nvPr/>
        </p:nvSpPr>
        <p:spPr>
          <a:xfrm xmlns:a="http://schemas.openxmlformats.org/drawingml/2006/main">
            <a:off x="533400" y="3833813"/>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5-0">
            <a:extLst xmlns:a="http://schemas.openxmlformats.org/drawingml/2006/main">
              <a:ext uri="{FF2B5EF4-FFF2-40B4-BE49-F238E27FC236}">
                <a16:creationId xmlns:a16="http://schemas.microsoft.com/office/drawing/2014/main" id="{5A50B733-C25A-41E8-A11B-045A633142D5}"/>
              </a:ext>
            </a:extLst>
          </p:cNvPr>
          <p:cNvSpPr>
            <a:spLocks xmlns:a="http://schemas.openxmlformats.org/drawingml/2006/main" noGrp="1"/>
          </p:cNvSpPr>
          <p:nvPr/>
        </p:nvSpPr>
        <p:spPr>
          <a:xfrm xmlns:a="http://schemas.openxmlformats.org/drawingml/2006/main">
            <a:off x="619125" y="3900488"/>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쉬움 모드</a:t>
            </a:r>
          </a:p>
        </p:txBody>
      </p:sp>
      <p:sp>
        <p:nvSpPr>
          <p:cNvPr id="27" name="table-cell-140-5-1">
            <a:extLst xmlns:a="http://schemas.openxmlformats.org/drawingml/2006/main">
              <a:ext uri="{FF2B5EF4-FFF2-40B4-BE49-F238E27FC236}">
                <a16:creationId xmlns:a16="http://schemas.microsoft.com/office/drawing/2014/main" id="{8A60A336-C491-4516-BD3D-D87B2B7D59BD}"/>
              </a:ext>
            </a:extLst>
          </p:cNvPr>
          <p:cNvSpPr>
            <a:spLocks xmlns:a="http://schemas.openxmlformats.org/drawingml/2006/main" noGrp="1"/>
          </p:cNvSpPr>
          <p:nvPr/>
        </p:nvSpPr>
        <p:spPr>
          <a:xfrm xmlns:a="http://schemas.openxmlformats.org/drawingml/2006/main">
            <a:off x="3781425" y="3833813"/>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5-1">
            <a:extLst xmlns:a="http://schemas.openxmlformats.org/drawingml/2006/main">
              <a:ext uri="{FF2B5EF4-FFF2-40B4-BE49-F238E27FC236}">
                <a16:creationId xmlns:a16="http://schemas.microsoft.com/office/drawing/2014/main" id="{0CA602FB-EA49-49D9-8256-695AA280F011}"/>
              </a:ext>
            </a:extLst>
          </p:cNvPr>
          <p:cNvSpPr>
            <a:spLocks xmlns:a="http://schemas.openxmlformats.org/drawingml/2006/main" noGrp="1"/>
          </p:cNvSpPr>
          <p:nvPr/>
        </p:nvSpPr>
        <p:spPr>
          <a:xfrm xmlns:a="http://schemas.openxmlformats.org/drawingml/2006/main">
            <a:off x="3867150" y="3900488"/>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첫 도착 단위·위젯·390/768 Golden 통과</a:t>
            </a:r>
          </a:p>
        </p:txBody>
      </p:sp>
      <p:sp>
        <p:nvSpPr>
          <p:cNvPr id="29" name="table-cell-140-6-0">
            <a:extLst xmlns:a="http://schemas.openxmlformats.org/drawingml/2006/main">
              <a:ext uri="{FF2B5EF4-FFF2-40B4-BE49-F238E27FC236}">
                <a16:creationId xmlns:a16="http://schemas.microsoft.com/office/drawing/2014/main" id="{BBB2F96D-AD0C-4BC5-AF6E-3499229E0E35}"/>
              </a:ext>
            </a:extLst>
          </p:cNvPr>
          <p:cNvSpPr>
            <a:spLocks xmlns:a="http://schemas.openxmlformats.org/drawingml/2006/main" noGrp="1"/>
          </p:cNvSpPr>
          <p:nvPr/>
        </p:nvSpPr>
        <p:spPr>
          <a:xfrm xmlns:a="http://schemas.openxmlformats.org/drawingml/2006/main">
            <a:off x="533400" y="4233863"/>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6-0">
            <a:extLst xmlns:a="http://schemas.openxmlformats.org/drawingml/2006/main">
              <a:ext uri="{FF2B5EF4-FFF2-40B4-BE49-F238E27FC236}">
                <a16:creationId xmlns:a16="http://schemas.microsoft.com/office/drawing/2014/main" id="{12A3A042-45F4-4A75-A27C-BFD41911262E}"/>
              </a:ext>
            </a:extLst>
          </p:cNvPr>
          <p:cNvSpPr>
            <a:spLocks xmlns:a="http://schemas.openxmlformats.org/drawingml/2006/main" noGrp="1"/>
          </p:cNvSpPr>
          <p:nvPr/>
        </p:nvSpPr>
        <p:spPr>
          <a:xfrm xmlns:a="http://schemas.openxmlformats.org/drawingml/2006/main">
            <a:off x="619125" y="4300538"/>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복구/공정성</a:t>
            </a:r>
          </a:p>
        </p:txBody>
      </p:sp>
      <p:sp>
        <p:nvSpPr>
          <p:cNvPr id="31" name="table-cell-140-6-1">
            <a:extLst xmlns:a="http://schemas.openxmlformats.org/drawingml/2006/main">
              <a:ext uri="{FF2B5EF4-FFF2-40B4-BE49-F238E27FC236}">
                <a16:creationId xmlns:a16="http://schemas.microsoft.com/office/drawing/2014/main" id="{BFC215EA-6B5D-4305-909D-1024547B9769}"/>
              </a:ext>
            </a:extLst>
          </p:cNvPr>
          <p:cNvSpPr>
            <a:spLocks xmlns:a="http://schemas.openxmlformats.org/drawingml/2006/main" noGrp="1"/>
          </p:cNvSpPr>
          <p:nvPr/>
        </p:nvSpPr>
        <p:spPr>
          <a:xfrm xmlns:a="http://schemas.openxmlformats.org/drawingml/2006/main">
            <a:off x="3781425" y="4233863"/>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6-1">
            <a:extLst xmlns:a="http://schemas.openxmlformats.org/drawingml/2006/main">
              <a:ext uri="{FF2B5EF4-FFF2-40B4-BE49-F238E27FC236}">
                <a16:creationId xmlns:a16="http://schemas.microsoft.com/office/drawing/2014/main" id="{FCE13271-4062-454D-8EAD-1FA0E370904B}"/>
              </a:ext>
            </a:extLst>
          </p:cNvPr>
          <p:cNvSpPr>
            <a:spLocks xmlns:a="http://schemas.openxmlformats.org/drawingml/2006/main" noGrp="1"/>
          </p:cNvSpPr>
          <p:nvPr/>
        </p:nvSpPr>
        <p:spPr>
          <a:xfrm xmlns:a="http://schemas.openxmlformats.org/drawingml/2006/main">
            <a:off x="3867150" y="4300538"/>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339"/>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direct·stageCompleted·shot-success crash × 3귀속 행렬 통과</a:t>
            </a:r>
          </a:p>
        </p:txBody>
      </p:sp>
      <p:sp>
        <p:nvSpPr>
          <p:cNvPr id="33" name="table-cell-140-7-0">
            <a:extLst xmlns:a="http://schemas.openxmlformats.org/drawingml/2006/main">
              <a:ext uri="{FF2B5EF4-FFF2-40B4-BE49-F238E27FC236}">
                <a16:creationId xmlns:a16="http://schemas.microsoft.com/office/drawing/2014/main" id="{0D073A63-B365-433E-9994-BAD5DC93A97E}"/>
              </a:ext>
            </a:extLst>
          </p:cNvPr>
          <p:cNvSpPr>
            <a:spLocks xmlns:a="http://schemas.openxmlformats.org/drawingml/2006/main" noGrp="1"/>
          </p:cNvSpPr>
          <p:nvPr/>
        </p:nvSpPr>
        <p:spPr>
          <a:xfrm xmlns:a="http://schemas.openxmlformats.org/drawingml/2006/main">
            <a:off x="533400" y="4633913"/>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4" name="table-text-140-7-0">
            <a:extLst xmlns:a="http://schemas.openxmlformats.org/drawingml/2006/main">
              <a:ext uri="{FF2B5EF4-FFF2-40B4-BE49-F238E27FC236}">
                <a16:creationId xmlns:a16="http://schemas.microsoft.com/office/drawing/2014/main" id="{DA5FA90D-F506-4E18-9D0A-A323F7D2027F}"/>
              </a:ext>
            </a:extLst>
          </p:cNvPr>
          <p:cNvSpPr>
            <a:spLocks xmlns:a="http://schemas.openxmlformats.org/drawingml/2006/main" noGrp="1"/>
          </p:cNvSpPr>
          <p:nvPr/>
        </p:nvSpPr>
        <p:spPr>
          <a:xfrm xmlns:a="http://schemas.openxmlformats.org/drawingml/2006/main">
            <a:off x="619125" y="4700588"/>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기믹 우위</a:t>
            </a:r>
          </a:p>
        </p:txBody>
      </p:sp>
      <p:sp>
        <p:nvSpPr>
          <p:cNvPr id="35" name="table-cell-140-7-1">
            <a:extLst xmlns:a="http://schemas.openxmlformats.org/drawingml/2006/main">
              <a:ext uri="{FF2B5EF4-FFF2-40B4-BE49-F238E27FC236}">
                <a16:creationId xmlns:a16="http://schemas.microsoft.com/office/drawing/2014/main" id="{C8C8F2CA-699C-42A0-938B-C6DAA6BC9D9C}"/>
              </a:ext>
            </a:extLst>
          </p:cNvPr>
          <p:cNvSpPr>
            <a:spLocks xmlns:a="http://schemas.openxmlformats.org/drawingml/2006/main" noGrp="1"/>
          </p:cNvSpPr>
          <p:nvPr/>
        </p:nvSpPr>
        <p:spPr>
          <a:xfrm xmlns:a="http://schemas.openxmlformats.org/drawingml/2006/main">
            <a:off x="3781425" y="4633913"/>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6" name="table-text-140-7-1">
            <a:extLst xmlns:a="http://schemas.openxmlformats.org/drawingml/2006/main">
              <a:ext uri="{FF2B5EF4-FFF2-40B4-BE49-F238E27FC236}">
                <a16:creationId xmlns:a16="http://schemas.microsoft.com/office/drawing/2014/main" id="{77C4960D-97F7-4277-9852-62833141246B}"/>
              </a:ext>
            </a:extLst>
          </p:cNvPr>
          <p:cNvSpPr>
            <a:spLocks xmlns:a="http://schemas.openxmlformats.org/drawingml/2006/main" noGrp="1"/>
          </p:cNvSpPr>
          <p:nvPr/>
        </p:nvSpPr>
        <p:spPr>
          <a:xfrm xmlns:a="http://schemas.openxmlformats.org/drawingml/2006/main">
            <a:off x="3867150" y="4700588"/>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10단계 × 4패턴 전수 검증, 단계 합계 최소 1.4배 또는 후반 인과·점수 게이트 통과</a:t>
            </a:r>
          </a:p>
        </p:txBody>
      </p:sp>
      <p:sp>
        <p:nvSpPr>
          <p:cNvPr id="37" name="table-cell-140-8-0">
            <a:extLst xmlns:a="http://schemas.openxmlformats.org/drawingml/2006/main">
              <a:ext uri="{FF2B5EF4-FFF2-40B4-BE49-F238E27FC236}">
                <a16:creationId xmlns:a16="http://schemas.microsoft.com/office/drawing/2014/main" id="{6EDA3C89-84CD-44D4-A5CD-E760B05F9415}"/>
              </a:ext>
            </a:extLst>
          </p:cNvPr>
          <p:cNvSpPr>
            <a:spLocks xmlns:a="http://schemas.openxmlformats.org/drawingml/2006/main" noGrp="1"/>
          </p:cNvSpPr>
          <p:nvPr/>
        </p:nvSpPr>
        <p:spPr>
          <a:xfrm xmlns:a="http://schemas.openxmlformats.org/drawingml/2006/main">
            <a:off x="533400" y="5165408"/>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8" name="table-text-140-8-0">
            <a:extLst xmlns:a="http://schemas.openxmlformats.org/drawingml/2006/main">
              <a:ext uri="{FF2B5EF4-FFF2-40B4-BE49-F238E27FC236}">
                <a16:creationId xmlns:a16="http://schemas.microsoft.com/office/drawing/2014/main" id="{84EB5448-E009-48C4-BBA5-7E76753A55BD}"/>
              </a:ext>
            </a:extLst>
          </p:cNvPr>
          <p:cNvSpPr>
            <a:spLocks xmlns:a="http://schemas.openxmlformats.org/drawingml/2006/main" noGrp="1"/>
          </p:cNvSpPr>
          <p:nvPr/>
        </p:nvSpPr>
        <p:spPr>
          <a:xfrm xmlns:a="http://schemas.openxmlformats.org/drawingml/2006/main">
            <a:off x="619125" y="523208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보상·꾸미기</a:t>
            </a:r>
          </a:p>
        </p:txBody>
      </p:sp>
      <p:sp>
        <p:nvSpPr>
          <p:cNvPr id="39" name="table-cell-140-8-1">
            <a:extLst xmlns:a="http://schemas.openxmlformats.org/drawingml/2006/main">
              <a:ext uri="{FF2B5EF4-FFF2-40B4-BE49-F238E27FC236}">
                <a16:creationId xmlns:a16="http://schemas.microsoft.com/office/drawing/2014/main" id="{4B17B166-419C-4C06-B673-9E0DACF86DCB}"/>
              </a:ext>
            </a:extLst>
          </p:cNvPr>
          <p:cNvSpPr>
            <a:spLocks xmlns:a="http://schemas.openxmlformats.org/drawingml/2006/main" noGrp="1"/>
          </p:cNvSpPr>
          <p:nvPr/>
        </p:nvSpPr>
        <p:spPr>
          <a:xfrm xmlns:a="http://schemas.openxmlformats.org/drawingml/2006/main">
            <a:off x="3781425" y="5165408"/>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0" name="table-text-140-8-1">
            <a:extLst xmlns:a="http://schemas.openxmlformats.org/drawingml/2006/main">
              <a:ext uri="{FF2B5EF4-FFF2-40B4-BE49-F238E27FC236}">
                <a16:creationId xmlns:a16="http://schemas.microsoft.com/office/drawing/2014/main" id="{F6C6122A-1158-4719-AD0C-A3799014328F}"/>
              </a:ext>
            </a:extLst>
          </p:cNvPr>
          <p:cNvSpPr>
            <a:spLocks xmlns:a="http://schemas.openxmlformats.org/drawingml/2006/main" noGrp="1"/>
          </p:cNvSpPr>
          <p:nvPr/>
        </p:nvSpPr>
        <p:spPr>
          <a:xfrm xmlns:a="http://schemas.openxmlformats.org/drawingml/2006/main">
            <a:off x="3867150" y="523208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기존 8종+다음 스테이지 팁 1종의 고유 아이콘과 청록/금색 본체 변화 Widget/Golden 통과</a:t>
            </a:r>
          </a:p>
        </p:txBody>
      </p:sp>
      <p:sp>
        <p:nvSpPr>
          <p:cNvPr id="41" name="table-cell-140-9-0">
            <a:extLst xmlns:a="http://schemas.openxmlformats.org/drawingml/2006/main">
              <a:ext uri="{FF2B5EF4-FFF2-40B4-BE49-F238E27FC236}">
                <a16:creationId xmlns:a16="http://schemas.microsoft.com/office/drawing/2014/main" id="{88636FF7-75E6-47BC-AA03-3B0E3BEF20C9}"/>
              </a:ext>
            </a:extLst>
          </p:cNvPr>
          <p:cNvSpPr>
            <a:spLocks xmlns:a="http://schemas.openxmlformats.org/drawingml/2006/main" noGrp="1"/>
          </p:cNvSpPr>
          <p:nvPr/>
        </p:nvSpPr>
        <p:spPr>
          <a:xfrm xmlns:a="http://schemas.openxmlformats.org/drawingml/2006/main">
            <a:off x="533400" y="5696902"/>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2" name="table-text-140-9-0">
            <a:extLst xmlns:a="http://schemas.openxmlformats.org/drawingml/2006/main">
              <a:ext uri="{FF2B5EF4-FFF2-40B4-BE49-F238E27FC236}">
                <a16:creationId xmlns:a16="http://schemas.microsoft.com/office/drawing/2014/main" id="{1F3BCA62-A16B-456D-83C0-2201C5553E18}"/>
              </a:ext>
            </a:extLst>
          </p:cNvPr>
          <p:cNvSpPr>
            <a:spLocks xmlns:a="http://schemas.openxmlformats.org/drawingml/2006/main" noGrp="1"/>
          </p:cNvSpPr>
          <p:nvPr/>
        </p:nvSpPr>
        <p:spPr>
          <a:xfrm xmlns:a="http://schemas.openxmlformats.org/drawingml/2006/main">
            <a:off x="619125" y="5763577"/>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출시 빌드</a:t>
            </a:r>
          </a:p>
        </p:txBody>
      </p:sp>
      <p:sp>
        <p:nvSpPr>
          <p:cNvPr id="43" name="table-cell-140-9-1">
            <a:extLst xmlns:a="http://schemas.openxmlformats.org/drawingml/2006/main">
              <a:ext uri="{FF2B5EF4-FFF2-40B4-BE49-F238E27FC236}">
                <a16:creationId xmlns:a16="http://schemas.microsoft.com/office/drawing/2014/main" id="{8635D890-E89B-49F7-9C0B-7BE255235D15}"/>
              </a:ext>
            </a:extLst>
          </p:cNvPr>
          <p:cNvSpPr>
            <a:spLocks xmlns:a="http://schemas.openxmlformats.org/drawingml/2006/main" noGrp="1"/>
          </p:cNvSpPr>
          <p:nvPr/>
        </p:nvSpPr>
        <p:spPr>
          <a:xfrm xmlns:a="http://schemas.openxmlformats.org/drawingml/2006/main">
            <a:off x="3781425" y="5696902"/>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4" name="table-text-140-9-1">
            <a:extLst xmlns:a="http://schemas.openxmlformats.org/drawingml/2006/main">
              <a:ext uri="{FF2B5EF4-FFF2-40B4-BE49-F238E27FC236}">
                <a16:creationId xmlns:a16="http://schemas.microsoft.com/office/drawing/2014/main" id="{3E5A6E42-69EE-490C-8700-4C01A8787794}"/>
              </a:ext>
            </a:extLst>
          </p:cNvPr>
          <p:cNvSpPr>
            <a:spLocks xmlns:a="http://schemas.openxmlformats.org/drawingml/2006/main" noGrp="1"/>
          </p:cNvSpPr>
          <p:nvPr/>
        </p:nvSpPr>
        <p:spPr>
          <a:xfrm xmlns:a="http://schemas.openxmlformats.org/drawingml/2006/main">
            <a:off x="3867150" y="5763577"/>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793"/>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Pages main.dart.js 3,709,337바이트·SHA-256 fd3f99ec...1718375, Android release APK 63,261,407바이트·SHA-256 9560dcd7...31552 통과</a:t>
            </a:r>
          </a:p>
        </p:txBody>
      </p:sp>
      <p:sp>
        <p:nvSpPr>
          <p:cNvPr id="45" name="table-cell-140-10-0">
            <a:extLst xmlns:a="http://schemas.openxmlformats.org/drawingml/2006/main">
              <a:ext uri="{FF2B5EF4-FFF2-40B4-BE49-F238E27FC236}">
                <a16:creationId xmlns:a16="http://schemas.microsoft.com/office/drawing/2014/main" id="{C8D3B012-AF71-4B50-96AF-6630B62EAF9F}"/>
              </a:ext>
            </a:extLst>
          </p:cNvPr>
          <p:cNvSpPr>
            <a:spLocks xmlns:a="http://schemas.openxmlformats.org/drawingml/2006/main" noGrp="1"/>
          </p:cNvSpPr>
          <p:nvPr/>
        </p:nvSpPr>
        <p:spPr>
          <a:xfrm xmlns:a="http://schemas.openxmlformats.org/drawingml/2006/main">
            <a:off x="533400" y="6228397"/>
            <a:ext cx="3248025" cy="71151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6" name="table-text-140-10-0">
            <a:extLst xmlns:a="http://schemas.openxmlformats.org/drawingml/2006/main">
              <a:ext uri="{FF2B5EF4-FFF2-40B4-BE49-F238E27FC236}">
                <a16:creationId xmlns:a16="http://schemas.microsoft.com/office/drawing/2014/main" id="{A475293F-1172-4D8E-B8C6-3F72414380D4}"/>
              </a:ext>
            </a:extLst>
          </p:cNvPr>
          <p:cNvSpPr>
            <a:spLocks xmlns:a="http://schemas.openxmlformats.org/drawingml/2006/main" noGrp="1"/>
          </p:cNvSpPr>
          <p:nvPr/>
        </p:nvSpPr>
        <p:spPr>
          <a:xfrm xmlns:a="http://schemas.openxmlformats.org/drawingml/2006/main">
            <a:off x="619125" y="6295072"/>
            <a:ext cx="3076575"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영상·배포</a:t>
            </a:r>
          </a:p>
        </p:txBody>
      </p:sp>
      <p:sp>
        <p:nvSpPr>
          <p:cNvPr id="47" name="table-cell-140-10-1">
            <a:extLst xmlns:a="http://schemas.openxmlformats.org/drawingml/2006/main">
              <a:ext uri="{FF2B5EF4-FFF2-40B4-BE49-F238E27FC236}">
                <a16:creationId xmlns:a16="http://schemas.microsoft.com/office/drawing/2014/main" id="{2CBD407D-F199-4188-B3EF-398348A8030B}"/>
              </a:ext>
            </a:extLst>
          </p:cNvPr>
          <p:cNvSpPr>
            <a:spLocks xmlns:a="http://schemas.openxmlformats.org/drawingml/2006/main" noGrp="1"/>
          </p:cNvSpPr>
          <p:nvPr/>
        </p:nvSpPr>
        <p:spPr>
          <a:xfrm xmlns:a="http://schemas.openxmlformats.org/drawingml/2006/main">
            <a:off x="3781425" y="6228397"/>
            <a:ext cx="3248025" cy="71151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8" name="table-text-140-10-1">
            <a:extLst xmlns:a="http://schemas.openxmlformats.org/drawingml/2006/main">
              <a:ext uri="{FF2B5EF4-FFF2-40B4-BE49-F238E27FC236}">
                <a16:creationId xmlns:a16="http://schemas.microsoft.com/office/drawing/2014/main" id="{CAE794CA-EF6B-4229-85B0-B3FFC2165B28}"/>
              </a:ext>
            </a:extLst>
          </p:cNvPr>
          <p:cNvSpPr>
            <a:spLocks xmlns:a="http://schemas.openxmlformats.org/drawingml/2006/main" noGrp="1"/>
          </p:cNvSpPr>
          <p:nvPr/>
        </p:nvSpPr>
        <p:spPr>
          <a:xfrm xmlns:a="http://schemas.openxmlformats.org/drawingml/2006/main">
            <a:off x="3867150" y="6295072"/>
            <a:ext cx="3076575"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36"/>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19소스 Golden 68건·freshness·실제 telemetry attestation·60.000초 H.264/avc1 MOV·identity transform·대표 27프레임 시각 검사 통과. Pages run 31373105599 성공 및 공개 URL HTTP 200</a:t>
            </a:r>
          </a:p>
        </p:txBody>
      </p:sp>
      <p:sp>
        <p:nvSpPr>
          <p:cNvPr id="49" name="table-cell-140-11-0">
            <a:extLst xmlns:a="http://schemas.openxmlformats.org/drawingml/2006/main">
              <a:ext uri="{FF2B5EF4-FFF2-40B4-BE49-F238E27FC236}">
                <a16:creationId xmlns:a16="http://schemas.microsoft.com/office/drawing/2014/main" id="{153AA41C-932F-4D3C-958C-B7B0A76993D7}"/>
              </a:ext>
            </a:extLst>
          </p:cNvPr>
          <p:cNvSpPr>
            <a:spLocks xmlns:a="http://schemas.openxmlformats.org/drawingml/2006/main" noGrp="1"/>
          </p:cNvSpPr>
          <p:nvPr/>
        </p:nvSpPr>
        <p:spPr>
          <a:xfrm xmlns:a="http://schemas.openxmlformats.org/drawingml/2006/main">
            <a:off x="533400" y="6939915"/>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0" name="table-text-140-11-0">
            <a:extLst xmlns:a="http://schemas.openxmlformats.org/drawingml/2006/main">
              <a:ext uri="{FF2B5EF4-FFF2-40B4-BE49-F238E27FC236}">
                <a16:creationId xmlns:a16="http://schemas.microsoft.com/office/drawing/2014/main" id="{35DB0270-BF9B-4136-9569-4A7AE01D8375}"/>
              </a:ext>
            </a:extLst>
          </p:cNvPr>
          <p:cNvSpPr>
            <a:spLocks xmlns:a="http://schemas.openxmlformats.org/drawingml/2006/main" noGrp="1"/>
          </p:cNvSpPr>
          <p:nvPr/>
        </p:nvSpPr>
        <p:spPr>
          <a:xfrm xmlns:a="http://schemas.openxmlformats.org/drawingml/2006/main">
            <a:off x="619125" y="7006590"/>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독립 감사</a:t>
            </a:r>
          </a:p>
        </p:txBody>
      </p:sp>
      <p:sp>
        <p:nvSpPr>
          <p:cNvPr id="51" name="table-cell-140-11-1">
            <a:extLst xmlns:a="http://schemas.openxmlformats.org/drawingml/2006/main">
              <a:ext uri="{FF2B5EF4-FFF2-40B4-BE49-F238E27FC236}">
                <a16:creationId xmlns:a16="http://schemas.microsoft.com/office/drawing/2014/main" id="{74DAC825-7C2A-4D5C-B68E-46FC5D68E17A}"/>
              </a:ext>
            </a:extLst>
          </p:cNvPr>
          <p:cNvSpPr>
            <a:spLocks xmlns:a="http://schemas.openxmlformats.org/drawingml/2006/main" noGrp="1"/>
          </p:cNvSpPr>
          <p:nvPr/>
        </p:nvSpPr>
        <p:spPr>
          <a:xfrm xmlns:a="http://schemas.openxmlformats.org/drawingml/2006/main">
            <a:off x="3781425" y="6939915"/>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2" name="table-text-140-11-1">
            <a:extLst xmlns:a="http://schemas.openxmlformats.org/drawingml/2006/main">
              <a:ext uri="{FF2B5EF4-FFF2-40B4-BE49-F238E27FC236}">
                <a16:creationId xmlns:a16="http://schemas.microsoft.com/office/drawing/2014/main" id="{C4EDA83A-0AE2-4A20-A67B-ED3258FBCB9E}"/>
              </a:ext>
            </a:extLst>
          </p:cNvPr>
          <p:cNvSpPr>
            <a:spLocks xmlns:a="http://schemas.openxmlformats.org/drawingml/2006/main" noGrp="1"/>
          </p:cNvSpPr>
          <p:nvPr/>
        </p:nvSpPr>
        <p:spPr>
          <a:xfrm xmlns:a="http://schemas.openxmlformats.org/drawingml/2006/main">
            <a:off x="3867150" y="7006590"/>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91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코드·레벨·영상·문서 레이아웃 핵심 감사 통과. 배포 전 발견한 telemetry shot_id 불일치는 실제 발사 회귀를 추가해 수정·재감사</a:t>
            </a:r>
          </a:p>
        </p:txBody>
      </p:sp>
      <p:sp>
        <p:nvSpPr>
          <p:cNvPr id="53" name="paragraph-800.4">
            <a:extLst xmlns:a="http://schemas.openxmlformats.org/drawingml/2006/main">
              <a:ext uri="{FF2B5EF4-FFF2-40B4-BE49-F238E27FC236}">
                <a16:creationId xmlns:a16="http://schemas.microsoft.com/office/drawing/2014/main" id="{1EC70BBF-2728-4C59-AAA1-4FAF2F4DAE59}"/>
              </a:ext>
            </a:extLst>
          </p:cNvPr>
          <p:cNvSpPr>
            <a:spLocks xmlns:a="http://schemas.openxmlformats.org/drawingml/2006/main" noGrp="1"/>
          </p:cNvSpPr>
          <p:nvPr/>
        </p:nvSpPr>
        <p:spPr>
          <a:xfrm xmlns:a="http://schemas.openxmlformats.org/drawingml/2006/main">
            <a:off x="533400" y="7623810"/>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이번 단일 전체 실행에서 실패한 Golden 61개는 실제 렌더를 직접 비교했다. 차이는 모두 하단 조작 안내를 물체를 눌러 속성 고르기로 단축해 한 줄로 만든 영역에 국한됐고, 해당 6개 Golden 파일 묶음의 67개 테스트가 갱신 후 재통과했다.</a:t>
            </a:r>
          </a:p>
        </p:txBody>
      </p:sp>
      <p:sp>
        <p:nvSpPr>
          <p:cNvPr id="54" name="subheading-897.36">
            <a:extLst xmlns:a="http://schemas.openxmlformats.org/drawingml/2006/main">
              <a:ext uri="{FF2B5EF4-FFF2-40B4-BE49-F238E27FC236}">
                <a16:creationId xmlns:a16="http://schemas.microsoft.com/office/drawing/2014/main" id="{6616DC1B-4A1C-4B36-A996-5193D499834D}"/>
              </a:ext>
            </a:extLst>
          </p:cNvPr>
          <p:cNvSpPr>
            <a:spLocks xmlns:a="http://schemas.openxmlformats.org/drawingml/2006/main" noGrp="1"/>
          </p:cNvSpPr>
          <p:nvPr/>
        </p:nvSpPr>
        <p:spPr>
          <a:xfrm xmlns:a="http://schemas.openxmlformats.org/drawingml/2006/main">
            <a:off x="533400" y="8547354"/>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5.1 Web 성능 증거의 범위</a:t>
            </a:r>
          </a:p>
        </p:txBody>
      </p:sp>
    </p:spTree>
    <p:extLst>
      <p:ext uri="{BB962C8B-B14F-4D97-AF65-F5344CB8AC3E}">
        <p14:creationId xmlns:p14="http://schemas.microsoft.com/office/powerpoint/2010/main" val="174739605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9005AD1C-DA4D-4BF4-A463-C697882FBE2B}"/>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6D15E633-4399-49BF-82F6-1DB8B4E23195}"/>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11</a:t>
            </a:r>
          </a:p>
        </p:txBody>
      </p:sp>
      <p:sp>
        <p:nvSpPr>
          <p:cNvPr id="3" name="header-rule">
            <a:extLst xmlns:a="http://schemas.openxmlformats.org/drawingml/2006/main">
              <a:ext uri="{FF2B5EF4-FFF2-40B4-BE49-F238E27FC236}">
                <a16:creationId xmlns:a16="http://schemas.microsoft.com/office/drawing/2014/main" id="{0B31517B-219D-4D3E-8EDA-6A0ADD7B4F4D}"/>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0F89C6C1-BF78-4E5A-90D7-8C2073ED5246}"/>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5. 검증 및 AI 결과 채택 기준 · 계속</a:t>
            </a:r>
          </a:p>
        </p:txBody>
      </p:sp>
      <p:sp>
        <p:nvSpPr>
          <p:cNvPr id="5" name="paragraph-140">
            <a:extLst xmlns:a="http://schemas.openxmlformats.org/drawingml/2006/main">
              <a:ext uri="{FF2B5EF4-FFF2-40B4-BE49-F238E27FC236}">
                <a16:creationId xmlns:a16="http://schemas.microsoft.com/office/drawing/2014/main" id="{CBD32351-3691-4895-BFA2-B43AEAF228B3}"/>
              </a:ext>
            </a:extLst>
          </p:cNvPr>
          <p:cNvSpPr>
            <a:spLocks xmlns:a="http://schemas.openxmlformats.org/drawingml/2006/main" noGrp="1"/>
          </p:cNvSpPr>
          <p:nvPr/>
        </p:nvSpPr>
        <p:spPr>
          <a:xfrm xmlns:a="http://schemas.openxmlformats.org/drawingml/2006/main">
            <a:off x="533400" y="1333500"/>
            <a:ext cx="6496050" cy="1272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2026-08-10 최신 Web Release를 에이전트·빌드 작업이 없는 상태에서 뷰포트별 3회 다시 측정했다. 390×844와 768×1024 모두 발사 구간 rAF p90 17.2ms, p99 17.6ms, 누락·50ms 초과·Long Task·콘솔 오류 0건이었다. 평균은 16.664–16.666ms였으며 과거 자원 경합 회차의 급등은 재현되지 않았다. 16.7ms p90 목표는 0.5ms 초과했으므로 엄격 목표 통과로 과장하지 않고, 브라우저 rAF 대리값을 실제 기기 성능으로 확대하지 않는다.</a:t>
            </a:r>
          </a:p>
        </p:txBody>
      </p:sp>
    </p:spTree>
    <p:extLst>
      <p:ext uri="{BB962C8B-B14F-4D97-AF65-F5344CB8AC3E}">
        <p14:creationId xmlns:p14="http://schemas.microsoft.com/office/powerpoint/2010/main" val="191273939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unning-label">
            <a:extLst xmlns:a="http://schemas.openxmlformats.org/drawingml/2006/main">
              <a:ext uri="{FF2B5EF4-FFF2-40B4-BE49-F238E27FC236}">
                <a16:creationId xmlns:a16="http://schemas.microsoft.com/office/drawing/2014/main" id="{4ECB419C-4D53-4664-94B3-185A93C5306B}"/>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CAD104A0-3C65-4B4B-9B6C-61BBF74C35D9}"/>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12</a:t>
            </a:r>
          </a:p>
        </p:txBody>
      </p:sp>
      <p:sp>
        <p:nvSpPr>
          <p:cNvPr id="3" name="header-rule">
            <a:extLst xmlns:a="http://schemas.openxmlformats.org/drawingml/2006/main">
              <a:ext uri="{FF2B5EF4-FFF2-40B4-BE49-F238E27FC236}">
                <a16:creationId xmlns:a16="http://schemas.microsoft.com/office/drawing/2014/main" id="{91060D50-5914-4B84-8607-67C2135A65D3}"/>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40B172DB-6BC1-4AE2-9236-E32B6535DF4D}"/>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6. AI 생성 이미지 애셋</a:t>
            </a:r>
          </a:p>
        </p:txBody>
      </p:sp>
      <p:sp>
        <p:nvSpPr>
          <p:cNvPr id="5" name="paragraph-140">
            <a:extLst xmlns:a="http://schemas.openxmlformats.org/drawingml/2006/main">
              <a:ext uri="{FF2B5EF4-FFF2-40B4-BE49-F238E27FC236}">
                <a16:creationId xmlns:a16="http://schemas.microsoft.com/office/drawing/2014/main" id="{A94F039F-7CA7-4AC3-A335-E56AD5BABBA7}"/>
              </a:ext>
            </a:extLst>
          </p:cNvPr>
          <p:cNvSpPr>
            <a:spLocks xmlns:a="http://schemas.openxmlformats.org/drawingml/2006/main" noGrp="1"/>
          </p:cNvSpPr>
          <p:nvPr/>
        </p:nvSpPr>
        <p:spPr>
          <a:xfrm xmlns:a="http://schemas.openxmlformats.org/drawingml/2006/main">
            <a:off x="533400" y="13335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아래 세 PNG는 실제 앱 bundle에서 런타임에 사용한다. 원본 1254×1254 이미지를 게임 로딩 시 256px로 decode한다.</a:t>
            </a:r>
          </a:p>
        </p:txBody>
      </p:sp>
      <p:sp>
        <p:nvSpPr>
          <p:cNvPr id="6" name="subheading-212.64">
            <a:extLst xmlns:a="http://schemas.openxmlformats.org/drawingml/2006/main">
              <a:ext uri="{FF2B5EF4-FFF2-40B4-BE49-F238E27FC236}">
                <a16:creationId xmlns:a16="http://schemas.microsoft.com/office/drawing/2014/main" id="{95F3D124-BA9B-4CB0-B0AD-023B17CCEAB9}"/>
              </a:ext>
            </a:extLst>
          </p:cNvPr>
          <p:cNvSpPr>
            <a:spLocks xmlns:a="http://schemas.openxmlformats.org/drawingml/2006/main" noGrp="1"/>
          </p:cNvSpPr>
          <p:nvPr/>
        </p:nvSpPr>
        <p:spPr>
          <a:xfrm xmlns:a="http://schemas.openxmlformats.org/drawingml/2006/main">
            <a:off x="533400" y="202539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6.1 무거움 돌</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a50ef5d2a9d4625"/>
          <a:stretch xmlns:a="http://schemas.openxmlformats.org/drawingml/2006/main"/>
        </p:blipFill>
        <p:spPr>
          <a:xfrm xmlns:a="http://schemas.openxmlformats.org/drawingml/2006/main">
            <a:off x="2209800" y="2539746"/>
            <a:ext cx="3143250" cy="3143250"/>
          </a:xfrm>
          <a:prstGeom xmlns:a="http://schemas.openxmlformats.org/drawingml/2006/main" prst="roundRect">
            <a:avLst>
              <a:gd name="adj" fmla="val 3636"/>
            </a:avLst>
          </a:prstGeom>
        </p:spPr>
      </p:pic>
      <p:sp>
        <p:nvSpPr>
          <p:cNvPr id="8" name="image-caption-266.64">
            <a:extLst xmlns:a="http://schemas.openxmlformats.org/drawingml/2006/main">
              <a:ext uri="{FF2B5EF4-FFF2-40B4-BE49-F238E27FC236}">
                <a16:creationId xmlns:a16="http://schemas.microsoft.com/office/drawing/2014/main" id="{D1AF7FCD-3819-4C32-A651-7E999525CF12}"/>
              </a:ext>
            </a:extLst>
          </p:cNvPr>
          <p:cNvSpPr>
            <a:spLocks xmlns:a="http://schemas.openxmlformats.org/drawingml/2006/main" noGrp="1"/>
          </p:cNvSpPr>
          <p:nvPr/>
        </p:nvSpPr>
        <p:spPr>
          <a:xfrm xmlns:a="http://schemas.openxmlformats.org/drawingml/2006/main">
            <a:off x="666750" y="574014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AI 생성 후 투명화한 짙은 회색 무거움 돌의 최종 런타임 애셋</a:t>
            </a:r>
          </a:p>
        </p:txBody>
      </p:sp>
      <p:sp>
        <p:nvSpPr>
          <p:cNvPr id="9" name="bullets-650.64">
            <a:extLst xmlns:a="http://schemas.openxmlformats.org/drawingml/2006/main">
              <a:ext uri="{FF2B5EF4-FFF2-40B4-BE49-F238E27FC236}">
                <a16:creationId xmlns:a16="http://schemas.microsoft.com/office/drawing/2014/main" id="{A0584BC0-BA52-4DA3-91B6-CF5B99D23CD5}"/>
              </a:ext>
            </a:extLst>
          </p:cNvPr>
          <p:cNvSpPr>
            <a:spLocks xmlns:a="http://schemas.openxmlformats.org/drawingml/2006/main" noGrp="1"/>
          </p:cNvSpPr>
          <p:nvPr/>
        </p:nvSpPr>
        <p:spPr>
          <a:xfrm xmlns:a="http://schemas.openxmlformats.org/drawingml/2006/main">
            <a:off x="533400" y="6197346"/>
            <a:ext cx="6496050" cy="13456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경로: assets/generated/stone-v2.png</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SHA-256: d821a5e2dbedb4e4a69bed54c5c3b2d613d9cba9b8d316055f158d07068b7251</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생성: Codex 이미지 생성 후 배경 키 제거·투명화</a:t>
            </a:r>
          </a:p>
        </p:txBody>
      </p:sp>
      <p:sp>
        <p:nvSpPr>
          <p:cNvPr id="10" name="subheading-801.92">
            <a:extLst xmlns:a="http://schemas.openxmlformats.org/drawingml/2006/main">
              <a:ext uri="{FF2B5EF4-FFF2-40B4-BE49-F238E27FC236}">
                <a16:creationId xmlns:a16="http://schemas.microsoft.com/office/drawing/2014/main" id="{88DDB466-261D-4EB5-812D-FB3D8A41B85B}"/>
              </a:ext>
            </a:extLst>
          </p:cNvPr>
          <p:cNvSpPr>
            <a:spLocks xmlns:a="http://schemas.openxmlformats.org/drawingml/2006/main" noGrp="1"/>
          </p:cNvSpPr>
          <p:nvPr/>
        </p:nvSpPr>
        <p:spPr>
          <a:xfrm xmlns:a="http://schemas.openxmlformats.org/drawingml/2006/main">
            <a:off x="533400" y="7638288"/>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6.2 탄성 젤리</a:t>
            </a:r>
          </a:p>
        </p:txBody>
      </p:sp>
    </p:spTree>
    <p:extLst>
      <p:ext uri="{BB962C8B-B14F-4D97-AF65-F5344CB8AC3E}">
        <p14:creationId xmlns:p14="http://schemas.microsoft.com/office/powerpoint/2010/main" val="97696953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B53ED1B5-DBEA-4315-8380-E1CCBA1432A5}"/>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5DB6B703-2152-4E23-AF78-BFFE45F71FCD}"/>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13</a:t>
            </a:r>
          </a:p>
        </p:txBody>
      </p:sp>
      <p:sp>
        <p:nvSpPr>
          <p:cNvPr id="3" name="header-rule">
            <a:extLst xmlns:a="http://schemas.openxmlformats.org/drawingml/2006/main">
              <a:ext uri="{FF2B5EF4-FFF2-40B4-BE49-F238E27FC236}">
                <a16:creationId xmlns:a16="http://schemas.microsoft.com/office/drawing/2014/main" id="{88F33648-5615-4767-8370-D596EC2D86D8}"/>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DEFAA717-993D-4B79-9958-F75D20A1FE93}"/>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6. AI 생성 이미지 애셋 · 계속</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ae05c8fd1374ed4"/>
          <a:stretch xmlns:a="http://schemas.openxmlformats.org/drawingml/2006/main"/>
        </p:blipFill>
        <p:spPr>
          <a:xfrm xmlns:a="http://schemas.openxmlformats.org/drawingml/2006/main">
            <a:off x="2209800" y="1333500"/>
            <a:ext cx="31432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EF6B5C4F-B844-47B2-9EAE-7189E2816F21}"/>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AI 생성과 알파 보정을 거친 분홍색 탄성 젤리의 최종 런타임 애셋</a:t>
            </a:r>
          </a:p>
        </p:txBody>
      </p:sp>
      <p:sp>
        <p:nvSpPr>
          <p:cNvPr id="7" name="bullets-524">
            <a:extLst xmlns:a="http://schemas.openxmlformats.org/drawingml/2006/main">
              <a:ext uri="{FF2B5EF4-FFF2-40B4-BE49-F238E27FC236}">
                <a16:creationId xmlns:a16="http://schemas.microsoft.com/office/drawing/2014/main" id="{CC275052-DFAE-463D-BC7F-47179DF1AECA}"/>
              </a:ext>
            </a:extLst>
          </p:cNvPr>
          <p:cNvSpPr>
            <a:spLocks xmlns:a="http://schemas.openxmlformats.org/drawingml/2006/main" noGrp="1"/>
          </p:cNvSpPr>
          <p:nvPr/>
        </p:nvSpPr>
        <p:spPr>
          <a:xfrm xmlns:a="http://schemas.openxmlformats.org/drawingml/2006/main">
            <a:off x="533400" y="4991100"/>
            <a:ext cx="6496050" cy="13456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경로: assets/generated/jelly-bumper-v1.png</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SHA-256: bc8434b0a386724008557d5e7c67a4e9129c7ae8d371877fd4222943a848a30c</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생성: AI 생성 후 알파 수축 보정</a:t>
            </a:r>
          </a:p>
        </p:txBody>
      </p:sp>
      <p:sp>
        <p:nvSpPr>
          <p:cNvPr id="8" name="subheading-675.28">
            <a:extLst xmlns:a="http://schemas.openxmlformats.org/drawingml/2006/main">
              <a:ext uri="{FF2B5EF4-FFF2-40B4-BE49-F238E27FC236}">
                <a16:creationId xmlns:a16="http://schemas.microsoft.com/office/drawing/2014/main" id="{580DC0C6-9923-4FDE-B43D-F32EF6A2FD74}"/>
              </a:ext>
            </a:extLst>
          </p:cNvPr>
          <p:cNvSpPr>
            <a:spLocks xmlns:a="http://schemas.openxmlformats.org/drawingml/2006/main" noGrp="1"/>
          </p:cNvSpPr>
          <p:nvPr/>
        </p:nvSpPr>
        <p:spPr>
          <a:xfrm xmlns:a="http://schemas.openxmlformats.org/drawingml/2006/main">
            <a:off x="533400" y="6432042"/>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6.3 상자</a:t>
            </a:r>
          </a:p>
        </p:txBody>
      </p:sp>
    </p:spTree>
    <p:extLst>
      <p:ext uri="{BB962C8B-B14F-4D97-AF65-F5344CB8AC3E}">
        <p14:creationId xmlns:p14="http://schemas.microsoft.com/office/powerpoint/2010/main" val="12150707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F8ABE921-DDD3-4397-9CA4-3DF25BBAAD76}"/>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AB521F83-B896-4EB1-B1A6-538C12D09E5A}"/>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14</a:t>
            </a:r>
          </a:p>
        </p:txBody>
      </p:sp>
      <p:sp>
        <p:nvSpPr>
          <p:cNvPr id="3" name="header-rule">
            <a:extLst xmlns:a="http://schemas.openxmlformats.org/drawingml/2006/main">
              <a:ext uri="{FF2B5EF4-FFF2-40B4-BE49-F238E27FC236}">
                <a16:creationId xmlns:a16="http://schemas.microsoft.com/office/drawing/2014/main" id="{44D693CB-BF0B-4BE4-9156-7EA0F3822DEE}"/>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00D43619-7701-4FA0-9539-CA71024E0884}"/>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6. AI 생성 이미지 애셋 · 계속</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918ad3a256c4507"/>
          <a:stretch xmlns:a="http://schemas.openxmlformats.org/drawingml/2006/main"/>
        </p:blipFill>
        <p:spPr>
          <a:xfrm xmlns:a="http://schemas.openxmlformats.org/drawingml/2006/main">
            <a:off x="2209800" y="1333500"/>
            <a:ext cx="31432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3FC9C9FC-B49E-429A-AAD1-5CE334C2D94C}"/>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AI 생성 후 투명화한 나무 상자의 최종 런타임 애셋</a:t>
            </a:r>
          </a:p>
        </p:txBody>
      </p:sp>
      <p:sp>
        <p:nvSpPr>
          <p:cNvPr id="7" name="bullets-524">
            <a:extLst xmlns:a="http://schemas.openxmlformats.org/drawingml/2006/main">
              <a:ext uri="{FF2B5EF4-FFF2-40B4-BE49-F238E27FC236}">
                <a16:creationId xmlns:a16="http://schemas.microsoft.com/office/drawing/2014/main" id="{F76C6242-4C12-43B9-B04A-FB560B81C366}"/>
              </a:ext>
            </a:extLst>
          </p:cNvPr>
          <p:cNvSpPr>
            <a:spLocks xmlns:a="http://schemas.openxmlformats.org/drawingml/2006/main" noGrp="1"/>
          </p:cNvSpPr>
          <p:nvPr/>
        </p:nvSpPr>
        <p:spPr>
          <a:xfrm xmlns:a="http://schemas.openxmlformats.org/drawingml/2006/main">
            <a:off x="533400" y="4991100"/>
            <a:ext cx="6496050" cy="13456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경로: assets/generated/crate-v2.png</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SHA-256: 3d0b267716599be44865ad5b07421257ebc6a2a07a0c856b58d67bdbc2f8eaed</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생성: Codex 이미지 생성 후 배경 키 제거·투명화</a:t>
            </a:r>
          </a:p>
        </p:txBody>
      </p:sp>
      <p:sp>
        <p:nvSpPr>
          <p:cNvPr id="8" name="paragraph-675.28">
            <a:extLst xmlns:a="http://schemas.openxmlformats.org/drawingml/2006/main">
              <a:ext uri="{FF2B5EF4-FFF2-40B4-BE49-F238E27FC236}">
                <a16:creationId xmlns:a16="http://schemas.microsoft.com/office/drawing/2014/main" id="{608D8542-580B-4479-802F-DF365E8BF9EB}"/>
              </a:ext>
            </a:extLst>
          </p:cNvPr>
          <p:cNvSpPr>
            <a:spLocks xmlns:a="http://schemas.openxmlformats.org/drawingml/2006/main" noGrp="1"/>
          </p:cNvSpPr>
          <p:nvPr/>
        </p:nvSpPr>
        <p:spPr>
          <a:xfrm xmlns:a="http://schemas.openxmlformats.org/drawingml/2006/main">
            <a:off x="533400" y="6432042"/>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풍선·뾰족함 원본·속성 공은 외부 PNG가 아니라 property_shot_game.dart와 game_ball_painter.dart의 Canvas 코드로 그린 자체 표현이다.</a:t>
            </a:r>
          </a:p>
        </p:txBody>
      </p:sp>
    </p:spTree>
    <p:extLst>
      <p:ext uri="{BB962C8B-B14F-4D97-AF65-F5344CB8AC3E}">
        <p14:creationId xmlns:p14="http://schemas.microsoft.com/office/powerpoint/2010/main" val="60631569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B194A385-D1C3-4CDA-AB29-4BD985474B8C}"/>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ABAF0F59-F2E8-4D00-8600-0EC7B8D0ACE1}"/>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15</a:t>
            </a:r>
          </a:p>
        </p:txBody>
      </p:sp>
      <p:sp>
        <p:nvSpPr>
          <p:cNvPr id="3" name="header-rule">
            <a:extLst xmlns:a="http://schemas.openxmlformats.org/drawingml/2006/main">
              <a:ext uri="{FF2B5EF4-FFF2-40B4-BE49-F238E27FC236}">
                <a16:creationId xmlns:a16="http://schemas.microsoft.com/office/drawing/2014/main" id="{39E2855C-2409-4F0F-B141-277D672C8D3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52182B53-CCFA-45D7-87FA-68486FCEDA1D}"/>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6. AI 생성 이미지 애셋 · 계속</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48e3dcb16704bbe"/>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221263A2-3FD5-4005-BF3D-7E5D9F23060D}"/>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Canvas로 그린 뾰족함 공이 풍선을 향해 조준된 4단계 기믹 화면</a:t>
            </a:r>
          </a:p>
        </p:txBody>
      </p:sp>
    </p:spTree>
    <p:extLst>
      <p:ext uri="{BB962C8B-B14F-4D97-AF65-F5344CB8AC3E}">
        <p14:creationId xmlns:p14="http://schemas.microsoft.com/office/powerpoint/2010/main" val="155294396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3" name="running-label">
            <a:extLst xmlns:a="http://schemas.openxmlformats.org/drawingml/2006/main">
              <a:ext uri="{FF2B5EF4-FFF2-40B4-BE49-F238E27FC236}">
                <a16:creationId xmlns:a16="http://schemas.microsoft.com/office/drawing/2014/main" id="{E3BB1FEF-C80E-4479-BC89-1B86335B7140}"/>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3509487E-FBE9-4160-B1D3-F94D205F03C0}"/>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16</a:t>
            </a:r>
          </a:p>
        </p:txBody>
      </p:sp>
      <p:sp>
        <p:nvSpPr>
          <p:cNvPr id="3" name="header-rule">
            <a:extLst xmlns:a="http://schemas.openxmlformats.org/drawingml/2006/main">
              <a:ext uri="{FF2B5EF4-FFF2-40B4-BE49-F238E27FC236}">
                <a16:creationId xmlns:a16="http://schemas.microsoft.com/office/drawing/2014/main" id="{44D774BC-9ADB-48C5-AD47-84E7E7A8827A}"/>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EFC7C6DC-DD4F-49C0-A4F4-5309CEF3E09B}"/>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7. 외부 에셋과 오픈소스 출처</a:t>
            </a:r>
          </a:p>
        </p:txBody>
      </p:sp>
      <p:sp>
        <p:nvSpPr>
          <p:cNvPr id="5" name="subheading-140">
            <a:extLst xmlns:a="http://schemas.openxmlformats.org/drawingml/2006/main">
              <a:ext uri="{FF2B5EF4-FFF2-40B4-BE49-F238E27FC236}">
                <a16:creationId xmlns:a16="http://schemas.microsoft.com/office/drawing/2014/main" id="{2ECFB253-156E-42CA-8117-A51971D7DF7E}"/>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7.1 런타임 의존성</a:t>
            </a:r>
          </a:p>
        </p:txBody>
      </p:sp>
      <p:sp>
        <p:nvSpPr>
          <p:cNvPr id="6" name="table-cell-194-0-0">
            <a:extLst xmlns:a="http://schemas.openxmlformats.org/drawingml/2006/main">
              <a:ext uri="{FF2B5EF4-FFF2-40B4-BE49-F238E27FC236}">
                <a16:creationId xmlns:a16="http://schemas.microsoft.com/office/drawing/2014/main" id="{CA6F96FD-1927-464E-93BF-138EB58ACD2E}"/>
              </a:ext>
            </a:extLst>
          </p:cNvPr>
          <p:cNvSpPr>
            <a:spLocks xmlns:a="http://schemas.openxmlformats.org/drawingml/2006/main" noGrp="1"/>
          </p:cNvSpPr>
          <p:nvPr/>
        </p:nvSpPr>
        <p:spPr>
          <a:xfrm xmlns:a="http://schemas.openxmlformats.org/drawingml/2006/main">
            <a:off x="533400" y="1847850"/>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7" name="table-text-194-0-0">
            <a:extLst xmlns:a="http://schemas.openxmlformats.org/drawingml/2006/main">
              <a:ext uri="{FF2B5EF4-FFF2-40B4-BE49-F238E27FC236}">
                <a16:creationId xmlns:a16="http://schemas.microsoft.com/office/drawing/2014/main" id="{8A955B13-34B0-4357-B4FF-2A25C0A0AC70}"/>
              </a:ext>
            </a:extLst>
          </p:cNvPr>
          <p:cNvSpPr>
            <a:spLocks xmlns:a="http://schemas.openxmlformats.org/drawingml/2006/main" noGrp="1"/>
          </p:cNvSpPr>
          <p:nvPr/>
        </p:nvSpPr>
        <p:spPr>
          <a:xfrm xmlns:a="http://schemas.openxmlformats.org/drawingml/2006/main">
            <a:off x="619125" y="1914525"/>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구성</a:t>
            </a:r>
          </a:p>
        </p:txBody>
      </p:sp>
      <p:sp>
        <p:nvSpPr>
          <p:cNvPr id="8" name="table-cell-194-0-1">
            <a:extLst xmlns:a="http://schemas.openxmlformats.org/drawingml/2006/main">
              <a:ext uri="{FF2B5EF4-FFF2-40B4-BE49-F238E27FC236}">
                <a16:creationId xmlns:a16="http://schemas.microsoft.com/office/drawing/2014/main" id="{2B571D2A-3380-4317-B6A5-95F687A1638B}"/>
              </a:ext>
            </a:extLst>
          </p:cNvPr>
          <p:cNvSpPr>
            <a:spLocks xmlns:a="http://schemas.openxmlformats.org/drawingml/2006/main" noGrp="1"/>
          </p:cNvSpPr>
          <p:nvPr/>
        </p:nvSpPr>
        <p:spPr>
          <a:xfrm xmlns:a="http://schemas.openxmlformats.org/drawingml/2006/main">
            <a:off x="2157413" y="1847850"/>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9" name="table-text-194-0-1">
            <a:extLst xmlns:a="http://schemas.openxmlformats.org/drawingml/2006/main">
              <a:ext uri="{FF2B5EF4-FFF2-40B4-BE49-F238E27FC236}">
                <a16:creationId xmlns:a16="http://schemas.microsoft.com/office/drawing/2014/main" id="{E8B64070-87BD-45C9-B302-9337FC0191A3}"/>
              </a:ext>
            </a:extLst>
          </p:cNvPr>
          <p:cNvSpPr>
            <a:spLocks xmlns:a="http://schemas.openxmlformats.org/drawingml/2006/main" noGrp="1"/>
          </p:cNvSpPr>
          <p:nvPr/>
        </p:nvSpPr>
        <p:spPr>
          <a:xfrm xmlns:a="http://schemas.openxmlformats.org/drawingml/2006/main">
            <a:off x="2243138" y="1914525"/>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버전/제약</a:t>
            </a:r>
          </a:p>
        </p:txBody>
      </p:sp>
      <p:sp>
        <p:nvSpPr>
          <p:cNvPr id="10" name="table-cell-194-0-2">
            <a:extLst xmlns:a="http://schemas.openxmlformats.org/drawingml/2006/main">
              <a:ext uri="{FF2B5EF4-FFF2-40B4-BE49-F238E27FC236}">
                <a16:creationId xmlns:a16="http://schemas.microsoft.com/office/drawing/2014/main" id="{629E5E5D-D4CC-4006-ABC9-38B1693E4357}"/>
              </a:ext>
            </a:extLst>
          </p:cNvPr>
          <p:cNvSpPr>
            <a:spLocks xmlns:a="http://schemas.openxmlformats.org/drawingml/2006/main" noGrp="1"/>
          </p:cNvSpPr>
          <p:nvPr/>
        </p:nvSpPr>
        <p:spPr>
          <a:xfrm xmlns:a="http://schemas.openxmlformats.org/drawingml/2006/main">
            <a:off x="3781425" y="1847850"/>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1" name="table-text-194-0-2">
            <a:extLst xmlns:a="http://schemas.openxmlformats.org/drawingml/2006/main">
              <a:ext uri="{FF2B5EF4-FFF2-40B4-BE49-F238E27FC236}">
                <a16:creationId xmlns:a16="http://schemas.microsoft.com/office/drawing/2014/main" id="{84828715-DE66-49F0-98A9-10DC85CDBE46}"/>
              </a:ext>
            </a:extLst>
          </p:cNvPr>
          <p:cNvSpPr>
            <a:spLocks xmlns:a="http://schemas.openxmlformats.org/drawingml/2006/main" noGrp="1"/>
          </p:cNvSpPr>
          <p:nvPr/>
        </p:nvSpPr>
        <p:spPr>
          <a:xfrm xmlns:a="http://schemas.openxmlformats.org/drawingml/2006/main">
            <a:off x="3867150" y="1914525"/>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용도</a:t>
            </a:r>
          </a:p>
        </p:txBody>
      </p:sp>
      <p:sp>
        <p:nvSpPr>
          <p:cNvPr id="12" name="table-cell-194-0-3">
            <a:extLst xmlns:a="http://schemas.openxmlformats.org/drawingml/2006/main">
              <a:ext uri="{FF2B5EF4-FFF2-40B4-BE49-F238E27FC236}">
                <a16:creationId xmlns:a16="http://schemas.microsoft.com/office/drawing/2014/main" id="{529784FD-626A-4E67-8F3A-010767FCB33C}"/>
              </a:ext>
            </a:extLst>
          </p:cNvPr>
          <p:cNvSpPr>
            <a:spLocks xmlns:a="http://schemas.openxmlformats.org/drawingml/2006/main" noGrp="1"/>
          </p:cNvSpPr>
          <p:nvPr/>
        </p:nvSpPr>
        <p:spPr>
          <a:xfrm xmlns:a="http://schemas.openxmlformats.org/drawingml/2006/main">
            <a:off x="5405438" y="1847850"/>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3" name="table-text-194-0-3">
            <a:extLst xmlns:a="http://schemas.openxmlformats.org/drawingml/2006/main">
              <a:ext uri="{FF2B5EF4-FFF2-40B4-BE49-F238E27FC236}">
                <a16:creationId xmlns:a16="http://schemas.microsoft.com/office/drawing/2014/main" id="{57636E65-F131-497A-A97F-76F083426490}"/>
              </a:ext>
            </a:extLst>
          </p:cNvPr>
          <p:cNvSpPr>
            <a:spLocks xmlns:a="http://schemas.openxmlformats.org/drawingml/2006/main" noGrp="1"/>
          </p:cNvSpPr>
          <p:nvPr/>
        </p:nvSpPr>
        <p:spPr>
          <a:xfrm xmlns:a="http://schemas.openxmlformats.org/drawingml/2006/main">
            <a:off x="5491163" y="1914525"/>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라이선스·공식 출처</a:t>
            </a:r>
          </a:p>
        </p:txBody>
      </p:sp>
      <p:sp>
        <p:nvSpPr>
          <p:cNvPr id="14" name="table-cell-194-1-0">
            <a:extLst xmlns:a="http://schemas.openxmlformats.org/drawingml/2006/main">
              <a:ext uri="{FF2B5EF4-FFF2-40B4-BE49-F238E27FC236}">
                <a16:creationId xmlns:a16="http://schemas.microsoft.com/office/drawing/2014/main" id="{DF42CDAF-B116-48C1-94AB-6E01AA8DC3F0}"/>
              </a:ext>
            </a:extLst>
          </p:cNvPr>
          <p:cNvSpPr>
            <a:spLocks xmlns:a="http://schemas.openxmlformats.org/drawingml/2006/main" noGrp="1"/>
          </p:cNvSpPr>
          <p:nvPr/>
        </p:nvSpPr>
        <p:spPr>
          <a:xfrm xmlns:a="http://schemas.openxmlformats.org/drawingml/2006/main">
            <a:off x="533400" y="2305050"/>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5" name="table-text-194-1-0">
            <a:extLst xmlns:a="http://schemas.openxmlformats.org/drawingml/2006/main">
              <a:ext uri="{FF2B5EF4-FFF2-40B4-BE49-F238E27FC236}">
                <a16:creationId xmlns:a16="http://schemas.microsoft.com/office/drawing/2014/main" id="{61AAF227-5DE0-4E2D-9B63-6A1AA6E65112}"/>
              </a:ext>
            </a:extLst>
          </p:cNvPr>
          <p:cNvSpPr>
            <a:spLocks xmlns:a="http://schemas.openxmlformats.org/drawingml/2006/main" noGrp="1"/>
          </p:cNvSpPr>
          <p:nvPr/>
        </p:nvSpPr>
        <p:spPr>
          <a:xfrm xmlns:a="http://schemas.openxmlformats.org/drawingml/2006/main">
            <a:off x="619125" y="2371725"/>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Flutter</a:t>
            </a:r>
          </a:p>
        </p:txBody>
      </p:sp>
      <p:sp>
        <p:nvSpPr>
          <p:cNvPr id="16" name="table-cell-194-1-1">
            <a:extLst xmlns:a="http://schemas.openxmlformats.org/drawingml/2006/main">
              <a:ext uri="{FF2B5EF4-FFF2-40B4-BE49-F238E27FC236}">
                <a16:creationId xmlns:a16="http://schemas.microsoft.com/office/drawing/2014/main" id="{881592BE-C39E-4D20-AD32-6221ECE45990}"/>
              </a:ext>
            </a:extLst>
          </p:cNvPr>
          <p:cNvSpPr>
            <a:spLocks xmlns:a="http://schemas.openxmlformats.org/drawingml/2006/main" noGrp="1"/>
          </p:cNvSpPr>
          <p:nvPr/>
        </p:nvSpPr>
        <p:spPr>
          <a:xfrm xmlns:a="http://schemas.openxmlformats.org/drawingml/2006/main">
            <a:off x="2157413" y="2305050"/>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7" name="table-text-194-1-1">
            <a:extLst xmlns:a="http://schemas.openxmlformats.org/drawingml/2006/main">
              <a:ext uri="{FF2B5EF4-FFF2-40B4-BE49-F238E27FC236}">
                <a16:creationId xmlns:a16="http://schemas.microsoft.com/office/drawing/2014/main" id="{0129C553-A012-49FE-9584-B4F028E5C3EA}"/>
              </a:ext>
            </a:extLst>
          </p:cNvPr>
          <p:cNvSpPr>
            <a:spLocks xmlns:a="http://schemas.openxmlformats.org/drawingml/2006/main" noGrp="1"/>
          </p:cNvSpPr>
          <p:nvPr/>
        </p:nvSpPr>
        <p:spPr>
          <a:xfrm xmlns:a="http://schemas.openxmlformats.org/drawingml/2006/main">
            <a:off x="2243138" y="2371725"/>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SDK</a:t>
            </a:r>
          </a:p>
        </p:txBody>
      </p:sp>
      <p:sp>
        <p:nvSpPr>
          <p:cNvPr id="18" name="table-cell-194-1-2">
            <a:extLst xmlns:a="http://schemas.openxmlformats.org/drawingml/2006/main">
              <a:ext uri="{FF2B5EF4-FFF2-40B4-BE49-F238E27FC236}">
                <a16:creationId xmlns:a16="http://schemas.microsoft.com/office/drawing/2014/main" id="{7D23125F-B66F-4C8A-8A1D-FF76C57A536C}"/>
              </a:ext>
            </a:extLst>
          </p:cNvPr>
          <p:cNvSpPr>
            <a:spLocks xmlns:a="http://schemas.openxmlformats.org/drawingml/2006/main" noGrp="1"/>
          </p:cNvSpPr>
          <p:nvPr/>
        </p:nvSpPr>
        <p:spPr>
          <a:xfrm xmlns:a="http://schemas.openxmlformats.org/drawingml/2006/main">
            <a:off x="3781425" y="2305050"/>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9" name="table-text-194-1-2">
            <a:extLst xmlns:a="http://schemas.openxmlformats.org/drawingml/2006/main">
              <a:ext uri="{FF2B5EF4-FFF2-40B4-BE49-F238E27FC236}">
                <a16:creationId xmlns:a16="http://schemas.microsoft.com/office/drawing/2014/main" id="{44E9F890-CA83-4EA0-92E7-EE7452309EDB}"/>
              </a:ext>
            </a:extLst>
          </p:cNvPr>
          <p:cNvSpPr>
            <a:spLocks xmlns:a="http://schemas.openxmlformats.org/drawingml/2006/main" noGrp="1"/>
          </p:cNvSpPr>
          <p:nvPr/>
        </p:nvSpPr>
        <p:spPr>
          <a:xfrm xmlns:a="http://schemas.openxmlformats.org/drawingml/2006/main">
            <a:off x="3867150" y="2371725"/>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앱 프레임워크</a:t>
            </a:r>
          </a:p>
        </p:txBody>
      </p:sp>
      <p:sp>
        <p:nvSpPr>
          <p:cNvPr id="20" name="table-cell-194-1-3">
            <a:extLst xmlns:a="http://schemas.openxmlformats.org/drawingml/2006/main">
              <a:ext uri="{FF2B5EF4-FFF2-40B4-BE49-F238E27FC236}">
                <a16:creationId xmlns:a16="http://schemas.microsoft.com/office/drawing/2014/main" id="{63D9D0C2-0618-43C7-B54F-3F3332C4C4FA}"/>
              </a:ext>
            </a:extLst>
          </p:cNvPr>
          <p:cNvSpPr>
            <a:spLocks xmlns:a="http://schemas.openxmlformats.org/drawingml/2006/main" noGrp="1"/>
          </p:cNvSpPr>
          <p:nvPr/>
        </p:nvSpPr>
        <p:spPr>
          <a:xfrm xmlns:a="http://schemas.openxmlformats.org/drawingml/2006/main">
            <a:off x="5405438" y="2305050"/>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1" name="table-text-194-1-3">
            <a:extLst xmlns:a="http://schemas.openxmlformats.org/drawingml/2006/main">
              <a:ext uri="{FF2B5EF4-FFF2-40B4-BE49-F238E27FC236}">
                <a16:creationId xmlns:a16="http://schemas.microsoft.com/office/drawing/2014/main" id="{AAF2F984-E985-4881-BA46-3BBA7C88A565}"/>
              </a:ext>
            </a:extLst>
          </p:cNvPr>
          <p:cNvSpPr>
            <a:spLocks xmlns:a="http://schemas.openxmlformats.org/drawingml/2006/main" noGrp="1"/>
          </p:cNvSpPr>
          <p:nvPr/>
        </p:nvSpPr>
        <p:spPr>
          <a:xfrm xmlns:a="http://schemas.openxmlformats.org/drawingml/2006/main">
            <a:off x="5491163" y="2371725"/>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319"/>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BSD-3-Clause · flutter.dev (https://flutter.dev/)</a:t>
            </a:r>
          </a:p>
        </p:txBody>
      </p:sp>
      <p:sp>
        <p:nvSpPr>
          <p:cNvPr id="22" name="table-cell-194-2-0">
            <a:extLst xmlns:a="http://schemas.openxmlformats.org/drawingml/2006/main">
              <a:ext uri="{FF2B5EF4-FFF2-40B4-BE49-F238E27FC236}">
                <a16:creationId xmlns:a16="http://schemas.microsoft.com/office/drawing/2014/main" id="{8533A540-0AE9-4C06-8BC9-7D31D9CEE600}"/>
              </a:ext>
            </a:extLst>
          </p:cNvPr>
          <p:cNvSpPr>
            <a:spLocks xmlns:a="http://schemas.openxmlformats.org/drawingml/2006/main" noGrp="1"/>
          </p:cNvSpPr>
          <p:nvPr/>
        </p:nvSpPr>
        <p:spPr>
          <a:xfrm xmlns:a="http://schemas.openxmlformats.org/drawingml/2006/main">
            <a:off x="533400" y="2810828"/>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3" name="table-text-194-2-0">
            <a:extLst xmlns:a="http://schemas.openxmlformats.org/drawingml/2006/main">
              <a:ext uri="{FF2B5EF4-FFF2-40B4-BE49-F238E27FC236}">
                <a16:creationId xmlns:a16="http://schemas.microsoft.com/office/drawing/2014/main" id="{D4F9B669-2C54-4992-88C8-D5D172D5D890}"/>
              </a:ext>
            </a:extLst>
          </p:cNvPr>
          <p:cNvSpPr>
            <a:spLocks xmlns:a="http://schemas.openxmlformats.org/drawingml/2006/main" noGrp="1"/>
          </p:cNvSpPr>
          <p:nvPr/>
        </p:nvSpPr>
        <p:spPr>
          <a:xfrm xmlns:a="http://schemas.openxmlformats.org/drawingml/2006/main">
            <a:off x="619125" y="2877503"/>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Flame</a:t>
            </a:r>
          </a:p>
        </p:txBody>
      </p:sp>
      <p:sp>
        <p:nvSpPr>
          <p:cNvPr id="24" name="table-cell-194-2-1">
            <a:extLst xmlns:a="http://schemas.openxmlformats.org/drawingml/2006/main">
              <a:ext uri="{FF2B5EF4-FFF2-40B4-BE49-F238E27FC236}">
                <a16:creationId xmlns:a16="http://schemas.microsoft.com/office/drawing/2014/main" id="{620C3561-0CB6-4E7A-977E-882156F84BD6}"/>
              </a:ext>
            </a:extLst>
          </p:cNvPr>
          <p:cNvSpPr>
            <a:spLocks xmlns:a="http://schemas.openxmlformats.org/drawingml/2006/main" noGrp="1"/>
          </p:cNvSpPr>
          <p:nvPr/>
        </p:nvSpPr>
        <p:spPr>
          <a:xfrm xmlns:a="http://schemas.openxmlformats.org/drawingml/2006/main">
            <a:off x="2157413" y="2810828"/>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5" name="table-text-194-2-1">
            <a:extLst xmlns:a="http://schemas.openxmlformats.org/drawingml/2006/main">
              <a:ext uri="{FF2B5EF4-FFF2-40B4-BE49-F238E27FC236}">
                <a16:creationId xmlns:a16="http://schemas.microsoft.com/office/drawing/2014/main" id="{62AE6806-97FA-4E44-9DF4-8CB703E912D6}"/>
              </a:ext>
            </a:extLst>
          </p:cNvPr>
          <p:cNvSpPr>
            <a:spLocks xmlns:a="http://schemas.openxmlformats.org/drawingml/2006/main" noGrp="1"/>
          </p:cNvSpPr>
          <p:nvPr/>
        </p:nvSpPr>
        <p:spPr>
          <a:xfrm xmlns:a="http://schemas.openxmlformats.org/drawingml/2006/main">
            <a:off x="2243138" y="2877503"/>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1.38.0</a:t>
            </a:r>
          </a:p>
        </p:txBody>
      </p:sp>
      <p:sp>
        <p:nvSpPr>
          <p:cNvPr id="26" name="table-cell-194-2-2">
            <a:extLst xmlns:a="http://schemas.openxmlformats.org/drawingml/2006/main">
              <a:ext uri="{FF2B5EF4-FFF2-40B4-BE49-F238E27FC236}">
                <a16:creationId xmlns:a16="http://schemas.microsoft.com/office/drawing/2014/main" id="{52844883-D8EB-46EB-8283-75C79378EAFD}"/>
              </a:ext>
            </a:extLst>
          </p:cNvPr>
          <p:cNvSpPr>
            <a:spLocks xmlns:a="http://schemas.openxmlformats.org/drawingml/2006/main" noGrp="1"/>
          </p:cNvSpPr>
          <p:nvPr/>
        </p:nvSpPr>
        <p:spPr>
          <a:xfrm xmlns:a="http://schemas.openxmlformats.org/drawingml/2006/main">
            <a:off x="3781425" y="2810828"/>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7" name="table-text-194-2-2">
            <a:extLst xmlns:a="http://schemas.openxmlformats.org/drawingml/2006/main">
              <a:ext uri="{FF2B5EF4-FFF2-40B4-BE49-F238E27FC236}">
                <a16:creationId xmlns:a16="http://schemas.microsoft.com/office/drawing/2014/main" id="{E50C4BA0-F8CA-4BBC-A40C-90B517A98835}"/>
              </a:ext>
            </a:extLst>
          </p:cNvPr>
          <p:cNvSpPr>
            <a:spLocks xmlns:a="http://schemas.openxmlformats.org/drawingml/2006/main" noGrp="1"/>
          </p:cNvSpPr>
          <p:nvPr/>
        </p:nvSpPr>
        <p:spPr>
          <a:xfrm xmlns:a="http://schemas.openxmlformats.org/drawingml/2006/main">
            <a:off x="3867150" y="2877503"/>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게임 루프·Canvas 렌더</a:t>
            </a:r>
          </a:p>
        </p:txBody>
      </p:sp>
      <p:sp>
        <p:nvSpPr>
          <p:cNvPr id="28" name="table-cell-194-2-3">
            <a:extLst xmlns:a="http://schemas.openxmlformats.org/drawingml/2006/main">
              <a:ext uri="{FF2B5EF4-FFF2-40B4-BE49-F238E27FC236}">
                <a16:creationId xmlns:a16="http://schemas.microsoft.com/office/drawing/2014/main" id="{B60DF553-0099-4B8D-BE04-AECFDA35FD31}"/>
              </a:ext>
            </a:extLst>
          </p:cNvPr>
          <p:cNvSpPr>
            <a:spLocks xmlns:a="http://schemas.openxmlformats.org/drawingml/2006/main" noGrp="1"/>
          </p:cNvSpPr>
          <p:nvPr/>
        </p:nvSpPr>
        <p:spPr>
          <a:xfrm xmlns:a="http://schemas.openxmlformats.org/drawingml/2006/main">
            <a:off x="5405438" y="2810828"/>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9" name="table-text-194-2-3">
            <a:extLst xmlns:a="http://schemas.openxmlformats.org/drawingml/2006/main">
              <a:ext uri="{FF2B5EF4-FFF2-40B4-BE49-F238E27FC236}">
                <a16:creationId xmlns:a16="http://schemas.microsoft.com/office/drawing/2014/main" id="{6D72ACB8-F36C-4C83-952B-6DFEFDECC7D0}"/>
              </a:ext>
            </a:extLst>
          </p:cNvPr>
          <p:cNvSpPr>
            <a:spLocks xmlns:a="http://schemas.openxmlformats.org/drawingml/2006/main" noGrp="1"/>
          </p:cNvSpPr>
          <p:nvPr/>
        </p:nvSpPr>
        <p:spPr>
          <a:xfrm xmlns:a="http://schemas.openxmlformats.org/drawingml/2006/main">
            <a:off x="5491163" y="2877503"/>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58"/>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MIT · pub.dev/flame (https://pub.dev/packages/flame)</a:t>
            </a:r>
          </a:p>
        </p:txBody>
      </p:sp>
      <p:sp>
        <p:nvSpPr>
          <p:cNvPr id="30" name="table-cell-194-3-0">
            <a:extLst xmlns:a="http://schemas.openxmlformats.org/drawingml/2006/main">
              <a:ext uri="{FF2B5EF4-FFF2-40B4-BE49-F238E27FC236}">
                <a16:creationId xmlns:a16="http://schemas.microsoft.com/office/drawing/2014/main" id="{FA9A67F2-0DD3-4373-9225-A7A40E2BEB7B}"/>
              </a:ext>
            </a:extLst>
          </p:cNvPr>
          <p:cNvSpPr>
            <a:spLocks xmlns:a="http://schemas.openxmlformats.org/drawingml/2006/main" noGrp="1"/>
          </p:cNvSpPr>
          <p:nvPr/>
        </p:nvSpPr>
        <p:spPr>
          <a:xfrm xmlns:a="http://schemas.openxmlformats.org/drawingml/2006/main">
            <a:off x="533400" y="3316605"/>
            <a:ext cx="1624013" cy="672941"/>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1" name="table-text-194-3-0">
            <a:extLst xmlns:a="http://schemas.openxmlformats.org/drawingml/2006/main">
              <a:ext uri="{FF2B5EF4-FFF2-40B4-BE49-F238E27FC236}">
                <a16:creationId xmlns:a16="http://schemas.microsoft.com/office/drawing/2014/main" id="{0CB08AA0-615B-43F9-B8AD-DAF3FFC66475}"/>
              </a:ext>
            </a:extLst>
          </p:cNvPr>
          <p:cNvSpPr>
            <a:spLocks xmlns:a="http://schemas.openxmlformats.org/drawingml/2006/main" noGrp="1"/>
          </p:cNvSpPr>
          <p:nvPr/>
        </p:nvSpPr>
        <p:spPr>
          <a:xfrm xmlns:a="http://schemas.openxmlformats.org/drawingml/2006/main">
            <a:off x="619125" y="3383280"/>
            <a:ext cx="1452563" cy="5395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shared_preferences</a:t>
            </a:r>
          </a:p>
        </p:txBody>
      </p:sp>
      <p:sp>
        <p:nvSpPr>
          <p:cNvPr id="32" name="table-cell-194-3-1">
            <a:extLst xmlns:a="http://schemas.openxmlformats.org/drawingml/2006/main">
              <a:ext uri="{FF2B5EF4-FFF2-40B4-BE49-F238E27FC236}">
                <a16:creationId xmlns:a16="http://schemas.microsoft.com/office/drawing/2014/main" id="{A09F1ED5-43B5-4732-B16E-EA50078FAA1D}"/>
              </a:ext>
            </a:extLst>
          </p:cNvPr>
          <p:cNvSpPr>
            <a:spLocks xmlns:a="http://schemas.openxmlformats.org/drawingml/2006/main" noGrp="1"/>
          </p:cNvSpPr>
          <p:nvPr/>
        </p:nvSpPr>
        <p:spPr>
          <a:xfrm xmlns:a="http://schemas.openxmlformats.org/drawingml/2006/main">
            <a:off x="2157413" y="3316605"/>
            <a:ext cx="1624013" cy="672941"/>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3" name="table-text-194-3-1">
            <a:extLst xmlns:a="http://schemas.openxmlformats.org/drawingml/2006/main">
              <a:ext uri="{FF2B5EF4-FFF2-40B4-BE49-F238E27FC236}">
                <a16:creationId xmlns:a16="http://schemas.microsoft.com/office/drawing/2014/main" id="{C66933D2-E250-4262-BF8F-E722FE6B564F}"/>
              </a:ext>
            </a:extLst>
          </p:cNvPr>
          <p:cNvSpPr>
            <a:spLocks xmlns:a="http://schemas.openxmlformats.org/drawingml/2006/main" noGrp="1"/>
          </p:cNvSpPr>
          <p:nvPr/>
        </p:nvSpPr>
        <p:spPr>
          <a:xfrm xmlns:a="http://schemas.openxmlformats.org/drawingml/2006/main">
            <a:off x="2243138" y="3383280"/>
            <a:ext cx="1452563" cy="5395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2.5.5</a:t>
            </a:r>
          </a:p>
        </p:txBody>
      </p:sp>
      <p:sp>
        <p:nvSpPr>
          <p:cNvPr id="34" name="table-cell-194-3-2">
            <a:extLst xmlns:a="http://schemas.openxmlformats.org/drawingml/2006/main">
              <a:ext uri="{FF2B5EF4-FFF2-40B4-BE49-F238E27FC236}">
                <a16:creationId xmlns:a16="http://schemas.microsoft.com/office/drawing/2014/main" id="{E94BAE54-2338-44DA-ABB9-D613FD8C8A97}"/>
              </a:ext>
            </a:extLst>
          </p:cNvPr>
          <p:cNvSpPr>
            <a:spLocks xmlns:a="http://schemas.openxmlformats.org/drawingml/2006/main" noGrp="1"/>
          </p:cNvSpPr>
          <p:nvPr/>
        </p:nvSpPr>
        <p:spPr>
          <a:xfrm xmlns:a="http://schemas.openxmlformats.org/drawingml/2006/main">
            <a:off x="3781425" y="3316605"/>
            <a:ext cx="1624013" cy="672941"/>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5" name="table-text-194-3-2">
            <a:extLst xmlns:a="http://schemas.openxmlformats.org/drawingml/2006/main">
              <a:ext uri="{FF2B5EF4-FFF2-40B4-BE49-F238E27FC236}">
                <a16:creationId xmlns:a16="http://schemas.microsoft.com/office/drawing/2014/main" id="{4A11BC5F-2429-400C-A5BC-C88614B71511}"/>
              </a:ext>
            </a:extLst>
          </p:cNvPr>
          <p:cNvSpPr>
            <a:spLocks xmlns:a="http://schemas.openxmlformats.org/drawingml/2006/main" noGrp="1"/>
          </p:cNvSpPr>
          <p:nvPr/>
        </p:nvSpPr>
        <p:spPr>
          <a:xfrm xmlns:a="http://schemas.openxmlformats.org/drawingml/2006/main">
            <a:off x="3867150" y="3383280"/>
            <a:ext cx="1452563" cy="5395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로컬 설정·sidecar 저장</a:t>
            </a:r>
          </a:p>
        </p:txBody>
      </p:sp>
      <p:sp>
        <p:nvSpPr>
          <p:cNvPr id="36" name="table-cell-194-3-3">
            <a:extLst xmlns:a="http://schemas.openxmlformats.org/drawingml/2006/main">
              <a:ext uri="{FF2B5EF4-FFF2-40B4-BE49-F238E27FC236}">
                <a16:creationId xmlns:a16="http://schemas.microsoft.com/office/drawing/2014/main" id="{DC1B3CC6-3454-4B90-B406-2F32CF64DBF8}"/>
              </a:ext>
            </a:extLst>
          </p:cNvPr>
          <p:cNvSpPr>
            <a:spLocks xmlns:a="http://schemas.openxmlformats.org/drawingml/2006/main" noGrp="1"/>
          </p:cNvSpPr>
          <p:nvPr/>
        </p:nvSpPr>
        <p:spPr>
          <a:xfrm xmlns:a="http://schemas.openxmlformats.org/drawingml/2006/main">
            <a:off x="5405438" y="3316605"/>
            <a:ext cx="1624013" cy="672941"/>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7" name="table-text-194-3-3">
            <a:extLst xmlns:a="http://schemas.openxmlformats.org/drawingml/2006/main">
              <a:ext uri="{FF2B5EF4-FFF2-40B4-BE49-F238E27FC236}">
                <a16:creationId xmlns:a16="http://schemas.microsoft.com/office/drawing/2014/main" id="{4769E614-3760-4271-98A4-5EB4011BCF72}"/>
              </a:ext>
            </a:extLst>
          </p:cNvPr>
          <p:cNvSpPr>
            <a:spLocks xmlns:a="http://schemas.openxmlformats.org/drawingml/2006/main" noGrp="1"/>
          </p:cNvSpPr>
          <p:nvPr/>
        </p:nvSpPr>
        <p:spPr>
          <a:xfrm xmlns:a="http://schemas.openxmlformats.org/drawingml/2006/main">
            <a:off x="5491163" y="3383280"/>
            <a:ext cx="1452563" cy="5395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06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BSD-3-Clause · pub.dev/shared_preferences (https://pub.dev/packages/shared_preferences)</a:t>
            </a:r>
          </a:p>
        </p:txBody>
      </p:sp>
      <p:sp>
        <p:nvSpPr>
          <p:cNvPr id="38" name="table-cell-194-4-0">
            <a:extLst xmlns:a="http://schemas.openxmlformats.org/drawingml/2006/main">
              <a:ext uri="{FF2B5EF4-FFF2-40B4-BE49-F238E27FC236}">
                <a16:creationId xmlns:a16="http://schemas.microsoft.com/office/drawing/2014/main" id="{E8FA6993-642D-419E-BCCF-22CEC2ACE0A0}"/>
              </a:ext>
            </a:extLst>
          </p:cNvPr>
          <p:cNvSpPr>
            <a:spLocks xmlns:a="http://schemas.openxmlformats.org/drawingml/2006/main" noGrp="1"/>
          </p:cNvSpPr>
          <p:nvPr/>
        </p:nvSpPr>
        <p:spPr>
          <a:xfrm xmlns:a="http://schemas.openxmlformats.org/drawingml/2006/main">
            <a:off x="533400" y="3989546"/>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9" name="table-text-194-4-0">
            <a:extLst xmlns:a="http://schemas.openxmlformats.org/drawingml/2006/main">
              <a:ext uri="{FF2B5EF4-FFF2-40B4-BE49-F238E27FC236}">
                <a16:creationId xmlns:a16="http://schemas.microsoft.com/office/drawing/2014/main" id="{3DC3BEF7-7C2B-4A77-94DA-A13CC182ECC7}"/>
              </a:ext>
            </a:extLst>
          </p:cNvPr>
          <p:cNvSpPr>
            <a:spLocks xmlns:a="http://schemas.openxmlformats.org/drawingml/2006/main" noGrp="1"/>
          </p:cNvSpPr>
          <p:nvPr/>
        </p:nvSpPr>
        <p:spPr>
          <a:xfrm xmlns:a="http://schemas.openxmlformats.org/drawingml/2006/main">
            <a:off x="619125" y="4056221"/>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crypto</a:t>
            </a:r>
          </a:p>
        </p:txBody>
      </p:sp>
      <p:sp>
        <p:nvSpPr>
          <p:cNvPr id="40" name="table-cell-194-4-1">
            <a:extLst xmlns:a="http://schemas.openxmlformats.org/drawingml/2006/main">
              <a:ext uri="{FF2B5EF4-FFF2-40B4-BE49-F238E27FC236}">
                <a16:creationId xmlns:a16="http://schemas.microsoft.com/office/drawing/2014/main" id="{99C53D6F-D83F-4CA7-A930-AC28BF9F4AA6}"/>
              </a:ext>
            </a:extLst>
          </p:cNvPr>
          <p:cNvSpPr>
            <a:spLocks xmlns:a="http://schemas.openxmlformats.org/drawingml/2006/main" noGrp="1"/>
          </p:cNvSpPr>
          <p:nvPr/>
        </p:nvSpPr>
        <p:spPr>
          <a:xfrm xmlns:a="http://schemas.openxmlformats.org/drawingml/2006/main">
            <a:off x="2157413" y="3989546"/>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1" name="table-text-194-4-1">
            <a:extLst xmlns:a="http://schemas.openxmlformats.org/drawingml/2006/main">
              <a:ext uri="{FF2B5EF4-FFF2-40B4-BE49-F238E27FC236}">
                <a16:creationId xmlns:a16="http://schemas.microsoft.com/office/drawing/2014/main" id="{86D2E92E-48F0-4DE8-9590-BD844EE23CFD}"/>
              </a:ext>
            </a:extLst>
          </p:cNvPr>
          <p:cNvSpPr>
            <a:spLocks xmlns:a="http://schemas.openxmlformats.org/drawingml/2006/main" noGrp="1"/>
          </p:cNvSpPr>
          <p:nvPr/>
        </p:nvSpPr>
        <p:spPr>
          <a:xfrm xmlns:a="http://schemas.openxmlformats.org/drawingml/2006/main">
            <a:off x="2243138" y="4056221"/>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3.0.7</a:t>
            </a:r>
          </a:p>
        </p:txBody>
      </p:sp>
      <p:sp>
        <p:nvSpPr>
          <p:cNvPr id="42" name="table-cell-194-4-2">
            <a:extLst xmlns:a="http://schemas.openxmlformats.org/drawingml/2006/main">
              <a:ext uri="{FF2B5EF4-FFF2-40B4-BE49-F238E27FC236}">
                <a16:creationId xmlns:a16="http://schemas.microsoft.com/office/drawing/2014/main" id="{BFC6E21C-B284-4109-B8F4-D768721B4322}"/>
              </a:ext>
            </a:extLst>
          </p:cNvPr>
          <p:cNvSpPr>
            <a:spLocks xmlns:a="http://schemas.openxmlformats.org/drawingml/2006/main" noGrp="1"/>
          </p:cNvSpPr>
          <p:nvPr/>
        </p:nvSpPr>
        <p:spPr>
          <a:xfrm xmlns:a="http://schemas.openxmlformats.org/drawingml/2006/main">
            <a:off x="3781425" y="3989546"/>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3" name="table-text-194-4-2">
            <a:extLst xmlns:a="http://schemas.openxmlformats.org/drawingml/2006/main">
              <a:ext uri="{FF2B5EF4-FFF2-40B4-BE49-F238E27FC236}">
                <a16:creationId xmlns:a16="http://schemas.microsoft.com/office/drawing/2014/main" id="{07439E71-7ECA-4782-AE6B-761CC0727818}"/>
              </a:ext>
            </a:extLst>
          </p:cNvPr>
          <p:cNvSpPr>
            <a:spLocks xmlns:a="http://schemas.openxmlformats.org/drawingml/2006/main" noGrp="1"/>
          </p:cNvSpPr>
          <p:nvPr/>
        </p:nvSpPr>
        <p:spPr>
          <a:xfrm xmlns:a="http://schemas.openxmlformats.org/drawingml/2006/main">
            <a:off x="3867150" y="4056221"/>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무결성·해시</a:t>
            </a:r>
          </a:p>
        </p:txBody>
      </p:sp>
      <p:sp>
        <p:nvSpPr>
          <p:cNvPr id="44" name="table-cell-194-4-3">
            <a:extLst xmlns:a="http://schemas.openxmlformats.org/drawingml/2006/main">
              <a:ext uri="{FF2B5EF4-FFF2-40B4-BE49-F238E27FC236}">
                <a16:creationId xmlns:a16="http://schemas.microsoft.com/office/drawing/2014/main" id="{F28BAD0D-63C9-4ADD-BC1F-B631CFA6124F}"/>
              </a:ext>
            </a:extLst>
          </p:cNvPr>
          <p:cNvSpPr>
            <a:spLocks xmlns:a="http://schemas.openxmlformats.org/drawingml/2006/main" noGrp="1"/>
          </p:cNvSpPr>
          <p:nvPr/>
        </p:nvSpPr>
        <p:spPr>
          <a:xfrm xmlns:a="http://schemas.openxmlformats.org/drawingml/2006/main">
            <a:off x="5405438" y="3989546"/>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5" name="table-text-194-4-3">
            <a:extLst xmlns:a="http://schemas.openxmlformats.org/drawingml/2006/main">
              <a:ext uri="{FF2B5EF4-FFF2-40B4-BE49-F238E27FC236}">
                <a16:creationId xmlns:a16="http://schemas.microsoft.com/office/drawing/2014/main" id="{6B212FE3-6180-4DBD-81E7-733E2A12F92B}"/>
              </a:ext>
            </a:extLst>
          </p:cNvPr>
          <p:cNvSpPr>
            <a:spLocks xmlns:a="http://schemas.openxmlformats.org/drawingml/2006/main" noGrp="1"/>
          </p:cNvSpPr>
          <p:nvPr/>
        </p:nvSpPr>
        <p:spPr>
          <a:xfrm xmlns:a="http://schemas.openxmlformats.org/drawingml/2006/main">
            <a:off x="5491163" y="4056221"/>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58"/>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BSD-3-Clause · pub.dev/crypto (https://pub.dev/packages/crypto)</a:t>
            </a:r>
          </a:p>
        </p:txBody>
      </p:sp>
      <p:sp>
        <p:nvSpPr>
          <p:cNvPr id="46" name="table-cell-194-5-0">
            <a:extLst xmlns:a="http://schemas.openxmlformats.org/drawingml/2006/main">
              <a:ext uri="{FF2B5EF4-FFF2-40B4-BE49-F238E27FC236}">
                <a16:creationId xmlns:a16="http://schemas.microsoft.com/office/drawing/2014/main" id="{A48D42C3-A2FD-42AC-9EF4-D0A2C0E56622}"/>
              </a:ext>
            </a:extLst>
          </p:cNvPr>
          <p:cNvSpPr>
            <a:spLocks xmlns:a="http://schemas.openxmlformats.org/drawingml/2006/main" noGrp="1"/>
          </p:cNvSpPr>
          <p:nvPr/>
        </p:nvSpPr>
        <p:spPr>
          <a:xfrm xmlns:a="http://schemas.openxmlformats.org/drawingml/2006/main">
            <a:off x="533400" y="4495324"/>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7" name="table-text-194-5-0">
            <a:extLst xmlns:a="http://schemas.openxmlformats.org/drawingml/2006/main">
              <a:ext uri="{FF2B5EF4-FFF2-40B4-BE49-F238E27FC236}">
                <a16:creationId xmlns:a16="http://schemas.microsoft.com/office/drawing/2014/main" id="{1F0D117A-EF27-4B7B-9B4A-635C809C0578}"/>
              </a:ext>
            </a:extLst>
          </p:cNvPr>
          <p:cNvSpPr>
            <a:spLocks xmlns:a="http://schemas.openxmlformats.org/drawingml/2006/main" noGrp="1"/>
          </p:cNvSpPr>
          <p:nvPr/>
        </p:nvSpPr>
        <p:spPr>
          <a:xfrm xmlns:a="http://schemas.openxmlformats.org/drawingml/2006/main">
            <a:off x="619125" y="4561999"/>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audioplayers</a:t>
            </a:r>
          </a:p>
        </p:txBody>
      </p:sp>
      <p:sp>
        <p:nvSpPr>
          <p:cNvPr id="48" name="table-cell-194-5-1">
            <a:extLst xmlns:a="http://schemas.openxmlformats.org/drawingml/2006/main">
              <a:ext uri="{FF2B5EF4-FFF2-40B4-BE49-F238E27FC236}">
                <a16:creationId xmlns:a16="http://schemas.microsoft.com/office/drawing/2014/main" id="{24DAA579-D85D-40C1-80B3-26B757301566}"/>
              </a:ext>
            </a:extLst>
          </p:cNvPr>
          <p:cNvSpPr>
            <a:spLocks xmlns:a="http://schemas.openxmlformats.org/drawingml/2006/main" noGrp="1"/>
          </p:cNvSpPr>
          <p:nvPr/>
        </p:nvSpPr>
        <p:spPr>
          <a:xfrm xmlns:a="http://schemas.openxmlformats.org/drawingml/2006/main">
            <a:off x="2157413" y="4495324"/>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9" name="table-text-194-5-1">
            <a:extLst xmlns:a="http://schemas.openxmlformats.org/drawingml/2006/main">
              <a:ext uri="{FF2B5EF4-FFF2-40B4-BE49-F238E27FC236}">
                <a16:creationId xmlns:a16="http://schemas.microsoft.com/office/drawing/2014/main" id="{05686431-9F1E-4068-94D3-2B0AFC29AE92}"/>
              </a:ext>
            </a:extLst>
          </p:cNvPr>
          <p:cNvSpPr>
            <a:spLocks xmlns:a="http://schemas.openxmlformats.org/drawingml/2006/main" noGrp="1"/>
          </p:cNvSpPr>
          <p:nvPr/>
        </p:nvSpPr>
        <p:spPr>
          <a:xfrm xmlns:a="http://schemas.openxmlformats.org/drawingml/2006/main">
            <a:off x="2243138" y="4561999"/>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6.8.1</a:t>
            </a:r>
          </a:p>
        </p:txBody>
      </p:sp>
      <p:sp>
        <p:nvSpPr>
          <p:cNvPr id="50" name="table-cell-194-5-2">
            <a:extLst xmlns:a="http://schemas.openxmlformats.org/drawingml/2006/main">
              <a:ext uri="{FF2B5EF4-FFF2-40B4-BE49-F238E27FC236}">
                <a16:creationId xmlns:a16="http://schemas.microsoft.com/office/drawing/2014/main" id="{1288C0D4-F6F4-4A05-81DD-6B0FC0989665}"/>
              </a:ext>
            </a:extLst>
          </p:cNvPr>
          <p:cNvSpPr>
            <a:spLocks xmlns:a="http://schemas.openxmlformats.org/drawingml/2006/main" noGrp="1"/>
          </p:cNvSpPr>
          <p:nvPr/>
        </p:nvSpPr>
        <p:spPr>
          <a:xfrm xmlns:a="http://schemas.openxmlformats.org/drawingml/2006/main">
            <a:off x="3781425" y="4495324"/>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1" name="table-text-194-5-2">
            <a:extLst xmlns:a="http://schemas.openxmlformats.org/drawingml/2006/main">
              <a:ext uri="{FF2B5EF4-FFF2-40B4-BE49-F238E27FC236}">
                <a16:creationId xmlns:a16="http://schemas.microsoft.com/office/drawing/2014/main" id="{A55ED8E1-FE6A-4919-9E9F-3E8F4F0E63DB}"/>
              </a:ext>
            </a:extLst>
          </p:cNvPr>
          <p:cNvSpPr>
            <a:spLocks xmlns:a="http://schemas.openxmlformats.org/drawingml/2006/main" noGrp="1"/>
          </p:cNvSpPr>
          <p:nvPr/>
        </p:nvSpPr>
        <p:spPr>
          <a:xfrm xmlns:a="http://schemas.openxmlformats.org/drawingml/2006/main">
            <a:off x="3867150" y="4561999"/>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배경음·효과음</a:t>
            </a:r>
          </a:p>
        </p:txBody>
      </p:sp>
      <p:sp>
        <p:nvSpPr>
          <p:cNvPr id="52" name="table-cell-194-5-3">
            <a:extLst xmlns:a="http://schemas.openxmlformats.org/drawingml/2006/main">
              <a:ext uri="{FF2B5EF4-FFF2-40B4-BE49-F238E27FC236}">
                <a16:creationId xmlns:a16="http://schemas.microsoft.com/office/drawing/2014/main" id="{304D53BB-66F6-49B3-9F17-4A7898672442}"/>
              </a:ext>
            </a:extLst>
          </p:cNvPr>
          <p:cNvSpPr>
            <a:spLocks xmlns:a="http://schemas.openxmlformats.org/drawingml/2006/main" noGrp="1"/>
          </p:cNvSpPr>
          <p:nvPr/>
        </p:nvSpPr>
        <p:spPr>
          <a:xfrm xmlns:a="http://schemas.openxmlformats.org/drawingml/2006/main">
            <a:off x="5405438" y="4495324"/>
            <a:ext cx="1624013" cy="50577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3" name="table-text-194-5-3">
            <a:extLst xmlns:a="http://schemas.openxmlformats.org/drawingml/2006/main">
              <a:ext uri="{FF2B5EF4-FFF2-40B4-BE49-F238E27FC236}">
                <a16:creationId xmlns:a16="http://schemas.microsoft.com/office/drawing/2014/main" id="{74475426-D321-4589-927A-4E784763010D}"/>
              </a:ext>
            </a:extLst>
          </p:cNvPr>
          <p:cNvSpPr>
            <a:spLocks xmlns:a="http://schemas.openxmlformats.org/drawingml/2006/main" noGrp="1"/>
          </p:cNvSpPr>
          <p:nvPr/>
        </p:nvSpPr>
        <p:spPr>
          <a:xfrm xmlns:a="http://schemas.openxmlformats.org/drawingml/2006/main">
            <a:off x="5491163" y="4561999"/>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58"/>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MIT · pub.dev/audioplayers (https://pub.dev/packages/audioplayers)</a:t>
            </a:r>
          </a:p>
        </p:txBody>
      </p:sp>
      <p:sp>
        <p:nvSpPr>
          <p:cNvPr id="54" name="table-cell-194-6-0">
            <a:extLst xmlns:a="http://schemas.openxmlformats.org/drawingml/2006/main">
              <a:ext uri="{FF2B5EF4-FFF2-40B4-BE49-F238E27FC236}">
                <a16:creationId xmlns:a16="http://schemas.microsoft.com/office/drawing/2014/main" id="{5A0F7C92-A653-4128-84DF-1D708549BCDA}"/>
              </a:ext>
            </a:extLst>
          </p:cNvPr>
          <p:cNvSpPr>
            <a:spLocks xmlns:a="http://schemas.openxmlformats.org/drawingml/2006/main" noGrp="1"/>
          </p:cNvSpPr>
          <p:nvPr/>
        </p:nvSpPr>
        <p:spPr>
          <a:xfrm xmlns:a="http://schemas.openxmlformats.org/drawingml/2006/main">
            <a:off x="533400" y="5001101"/>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5" name="table-text-194-6-0">
            <a:extLst xmlns:a="http://schemas.openxmlformats.org/drawingml/2006/main">
              <a:ext uri="{FF2B5EF4-FFF2-40B4-BE49-F238E27FC236}">
                <a16:creationId xmlns:a16="http://schemas.microsoft.com/office/drawing/2014/main" id="{880B93FE-88A9-4573-93D5-37FAC1C17D52}"/>
              </a:ext>
            </a:extLst>
          </p:cNvPr>
          <p:cNvSpPr>
            <a:spLocks xmlns:a="http://schemas.openxmlformats.org/drawingml/2006/main" noGrp="1"/>
          </p:cNvSpPr>
          <p:nvPr/>
        </p:nvSpPr>
        <p:spPr>
          <a:xfrm xmlns:a="http://schemas.openxmlformats.org/drawingml/2006/main">
            <a:off x="619125" y="5067776"/>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NanumGothic</a:t>
            </a:r>
          </a:p>
        </p:txBody>
      </p:sp>
      <p:sp>
        <p:nvSpPr>
          <p:cNvPr id="56" name="table-cell-194-6-1">
            <a:extLst xmlns:a="http://schemas.openxmlformats.org/drawingml/2006/main">
              <a:ext uri="{FF2B5EF4-FFF2-40B4-BE49-F238E27FC236}">
                <a16:creationId xmlns:a16="http://schemas.microsoft.com/office/drawing/2014/main" id="{05B0F2E8-604C-460D-BB23-201408EFA34B}"/>
              </a:ext>
            </a:extLst>
          </p:cNvPr>
          <p:cNvSpPr>
            <a:spLocks xmlns:a="http://schemas.openxmlformats.org/drawingml/2006/main" noGrp="1"/>
          </p:cNvSpPr>
          <p:nvPr/>
        </p:nvSpPr>
        <p:spPr>
          <a:xfrm xmlns:a="http://schemas.openxmlformats.org/drawingml/2006/main">
            <a:off x="2157413" y="5001101"/>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7" name="table-text-194-6-1">
            <a:extLst xmlns:a="http://schemas.openxmlformats.org/drawingml/2006/main">
              <a:ext uri="{FF2B5EF4-FFF2-40B4-BE49-F238E27FC236}">
                <a16:creationId xmlns:a16="http://schemas.microsoft.com/office/drawing/2014/main" id="{2AA21395-5822-4319-8FDC-814F4FB272F1}"/>
              </a:ext>
            </a:extLst>
          </p:cNvPr>
          <p:cNvSpPr>
            <a:spLocks xmlns:a="http://schemas.openxmlformats.org/drawingml/2006/main" noGrp="1"/>
          </p:cNvSpPr>
          <p:nvPr/>
        </p:nvSpPr>
        <p:spPr>
          <a:xfrm xmlns:a="http://schemas.openxmlformats.org/drawingml/2006/main">
            <a:off x="2243138" y="5067776"/>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bundled TTF</a:t>
            </a:r>
          </a:p>
        </p:txBody>
      </p:sp>
      <p:sp>
        <p:nvSpPr>
          <p:cNvPr id="58" name="table-cell-194-6-2">
            <a:extLst xmlns:a="http://schemas.openxmlformats.org/drawingml/2006/main">
              <a:ext uri="{FF2B5EF4-FFF2-40B4-BE49-F238E27FC236}">
                <a16:creationId xmlns:a16="http://schemas.microsoft.com/office/drawing/2014/main" id="{61C3C650-7F36-4EA1-907E-05747101C061}"/>
              </a:ext>
            </a:extLst>
          </p:cNvPr>
          <p:cNvSpPr>
            <a:spLocks xmlns:a="http://schemas.openxmlformats.org/drawingml/2006/main" noGrp="1"/>
          </p:cNvSpPr>
          <p:nvPr/>
        </p:nvSpPr>
        <p:spPr>
          <a:xfrm xmlns:a="http://schemas.openxmlformats.org/drawingml/2006/main">
            <a:off x="3781425" y="5001101"/>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9" name="table-text-194-6-2">
            <a:extLst xmlns:a="http://schemas.openxmlformats.org/drawingml/2006/main">
              <a:ext uri="{FF2B5EF4-FFF2-40B4-BE49-F238E27FC236}">
                <a16:creationId xmlns:a16="http://schemas.microsoft.com/office/drawing/2014/main" id="{7B310604-FB7F-469A-8282-6833E38D39E9}"/>
              </a:ext>
            </a:extLst>
          </p:cNvPr>
          <p:cNvSpPr>
            <a:spLocks xmlns:a="http://schemas.openxmlformats.org/drawingml/2006/main" noGrp="1"/>
          </p:cNvSpPr>
          <p:nvPr/>
        </p:nvSpPr>
        <p:spPr>
          <a:xfrm xmlns:a="http://schemas.openxmlformats.org/drawingml/2006/main">
            <a:off x="3867150" y="5067776"/>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한글 UI·보고서 렌더</a:t>
            </a:r>
          </a:p>
        </p:txBody>
      </p:sp>
      <p:sp>
        <p:nvSpPr>
          <p:cNvPr id="60" name="table-cell-194-6-3">
            <a:extLst xmlns:a="http://schemas.openxmlformats.org/drawingml/2006/main">
              <a:ext uri="{FF2B5EF4-FFF2-40B4-BE49-F238E27FC236}">
                <a16:creationId xmlns:a16="http://schemas.microsoft.com/office/drawing/2014/main" id="{95637B2D-80ED-46F0-A9A3-62C8C1A05A96}"/>
              </a:ext>
            </a:extLst>
          </p:cNvPr>
          <p:cNvSpPr>
            <a:spLocks xmlns:a="http://schemas.openxmlformats.org/drawingml/2006/main" noGrp="1"/>
          </p:cNvSpPr>
          <p:nvPr/>
        </p:nvSpPr>
        <p:spPr>
          <a:xfrm xmlns:a="http://schemas.openxmlformats.org/drawingml/2006/main">
            <a:off x="5405438" y="5001101"/>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61" name="table-text-194-6-3">
            <a:extLst xmlns:a="http://schemas.openxmlformats.org/drawingml/2006/main">
              <a:ext uri="{FF2B5EF4-FFF2-40B4-BE49-F238E27FC236}">
                <a16:creationId xmlns:a16="http://schemas.microsoft.com/office/drawing/2014/main" id="{A40A39F5-7E81-48C4-B7B4-57ADD2BC6401}"/>
              </a:ext>
            </a:extLst>
          </p:cNvPr>
          <p:cNvSpPr>
            <a:spLocks xmlns:a="http://schemas.openxmlformats.org/drawingml/2006/main" noGrp="1"/>
          </p:cNvSpPr>
          <p:nvPr/>
        </p:nvSpPr>
        <p:spPr>
          <a:xfrm xmlns:a="http://schemas.openxmlformats.org/drawingml/2006/main">
            <a:off x="5491163" y="5067776"/>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58"/>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SIL OFL 1.1 · NAVER Nanum (https://hangeul.naver.com/font)</a:t>
            </a:r>
          </a:p>
        </p:txBody>
      </p:sp>
      <p:sp>
        <p:nvSpPr>
          <p:cNvPr id="62" name="table-cell-194-7-0">
            <a:extLst xmlns:a="http://schemas.openxmlformats.org/drawingml/2006/main">
              <a:ext uri="{FF2B5EF4-FFF2-40B4-BE49-F238E27FC236}">
                <a16:creationId xmlns:a16="http://schemas.microsoft.com/office/drawing/2014/main" id="{CE198A9E-2894-49EE-8C2F-9EB2CAF10EFB}"/>
              </a:ext>
            </a:extLst>
          </p:cNvPr>
          <p:cNvSpPr>
            <a:spLocks xmlns:a="http://schemas.openxmlformats.org/drawingml/2006/main" noGrp="1"/>
          </p:cNvSpPr>
          <p:nvPr/>
        </p:nvSpPr>
        <p:spPr>
          <a:xfrm xmlns:a="http://schemas.openxmlformats.org/drawingml/2006/main">
            <a:off x="533400" y="5506879"/>
            <a:ext cx="1624013" cy="1007269"/>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3" name="table-text-194-7-0">
            <a:extLst xmlns:a="http://schemas.openxmlformats.org/drawingml/2006/main">
              <a:ext uri="{FF2B5EF4-FFF2-40B4-BE49-F238E27FC236}">
                <a16:creationId xmlns:a16="http://schemas.microsoft.com/office/drawing/2014/main" id="{EE78111E-FA64-4463-8D8C-288193E4EC30}"/>
              </a:ext>
            </a:extLst>
          </p:cNvPr>
          <p:cNvSpPr>
            <a:spLocks xmlns:a="http://schemas.openxmlformats.org/drawingml/2006/main" noGrp="1"/>
          </p:cNvSpPr>
          <p:nvPr/>
        </p:nvSpPr>
        <p:spPr>
          <a:xfrm xmlns:a="http://schemas.openxmlformats.org/drawingml/2006/main">
            <a:off x="619125" y="5573554"/>
            <a:ext cx="1452563" cy="87391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Material Icons</a:t>
            </a:r>
          </a:p>
        </p:txBody>
      </p:sp>
      <p:sp>
        <p:nvSpPr>
          <p:cNvPr id="64" name="table-cell-194-7-1">
            <a:extLst xmlns:a="http://schemas.openxmlformats.org/drawingml/2006/main">
              <a:ext uri="{FF2B5EF4-FFF2-40B4-BE49-F238E27FC236}">
                <a16:creationId xmlns:a16="http://schemas.microsoft.com/office/drawing/2014/main" id="{302D7F53-E7D7-4820-9F69-BA4492351AAE}"/>
              </a:ext>
            </a:extLst>
          </p:cNvPr>
          <p:cNvSpPr>
            <a:spLocks xmlns:a="http://schemas.openxmlformats.org/drawingml/2006/main" noGrp="1"/>
          </p:cNvSpPr>
          <p:nvPr/>
        </p:nvSpPr>
        <p:spPr>
          <a:xfrm xmlns:a="http://schemas.openxmlformats.org/drawingml/2006/main">
            <a:off x="2157413" y="5506879"/>
            <a:ext cx="1624013" cy="1007269"/>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5" name="table-text-194-7-1">
            <a:extLst xmlns:a="http://schemas.openxmlformats.org/drawingml/2006/main">
              <a:ext uri="{FF2B5EF4-FFF2-40B4-BE49-F238E27FC236}">
                <a16:creationId xmlns:a16="http://schemas.microsoft.com/office/drawing/2014/main" id="{06128016-884D-4992-B4FC-1F1BE138C9F3}"/>
              </a:ext>
            </a:extLst>
          </p:cNvPr>
          <p:cNvSpPr>
            <a:spLocks xmlns:a="http://schemas.openxmlformats.org/drawingml/2006/main" noGrp="1"/>
          </p:cNvSpPr>
          <p:nvPr/>
        </p:nvSpPr>
        <p:spPr>
          <a:xfrm xmlns:a="http://schemas.openxmlformats.org/drawingml/2006/main">
            <a:off x="2243138" y="5573554"/>
            <a:ext cx="1452563" cy="87391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Flutter bundled font</a:t>
            </a:r>
          </a:p>
        </p:txBody>
      </p:sp>
      <p:sp>
        <p:nvSpPr>
          <p:cNvPr id="66" name="table-cell-194-7-2">
            <a:extLst xmlns:a="http://schemas.openxmlformats.org/drawingml/2006/main">
              <a:ext uri="{FF2B5EF4-FFF2-40B4-BE49-F238E27FC236}">
                <a16:creationId xmlns:a16="http://schemas.microsoft.com/office/drawing/2014/main" id="{A790F57E-7524-4EE1-A747-34E6CFFE5936}"/>
              </a:ext>
            </a:extLst>
          </p:cNvPr>
          <p:cNvSpPr>
            <a:spLocks xmlns:a="http://schemas.openxmlformats.org/drawingml/2006/main" noGrp="1"/>
          </p:cNvSpPr>
          <p:nvPr/>
        </p:nvSpPr>
        <p:spPr>
          <a:xfrm xmlns:a="http://schemas.openxmlformats.org/drawingml/2006/main">
            <a:off x="3781425" y="5506879"/>
            <a:ext cx="1624013" cy="1007269"/>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7" name="table-text-194-7-2">
            <a:extLst xmlns:a="http://schemas.openxmlformats.org/drawingml/2006/main">
              <a:ext uri="{FF2B5EF4-FFF2-40B4-BE49-F238E27FC236}">
                <a16:creationId xmlns:a16="http://schemas.microsoft.com/office/drawing/2014/main" id="{0FD584F4-B86A-4EA4-9F9E-186B657B69EA}"/>
              </a:ext>
            </a:extLst>
          </p:cNvPr>
          <p:cNvSpPr>
            <a:spLocks xmlns:a="http://schemas.openxmlformats.org/drawingml/2006/main" noGrp="1"/>
          </p:cNvSpPr>
          <p:nvPr/>
        </p:nvSpPr>
        <p:spPr>
          <a:xfrm xmlns:a="http://schemas.openxmlformats.org/drawingml/2006/main">
            <a:off x="3867150" y="5573554"/>
            <a:ext cx="1452563" cy="87391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기존 런 보상 8종+다음 스테이지 팁 1종 아이콘</a:t>
            </a:r>
          </a:p>
        </p:txBody>
      </p:sp>
      <p:sp>
        <p:nvSpPr>
          <p:cNvPr id="68" name="table-cell-194-7-3">
            <a:extLst xmlns:a="http://schemas.openxmlformats.org/drawingml/2006/main">
              <a:ext uri="{FF2B5EF4-FFF2-40B4-BE49-F238E27FC236}">
                <a16:creationId xmlns:a16="http://schemas.microsoft.com/office/drawing/2014/main" id="{C1F37995-5C45-4C0F-8A93-33D1B7A4A20F}"/>
              </a:ext>
            </a:extLst>
          </p:cNvPr>
          <p:cNvSpPr>
            <a:spLocks xmlns:a="http://schemas.openxmlformats.org/drawingml/2006/main" noGrp="1"/>
          </p:cNvSpPr>
          <p:nvPr/>
        </p:nvSpPr>
        <p:spPr>
          <a:xfrm xmlns:a="http://schemas.openxmlformats.org/drawingml/2006/main">
            <a:off x="5405438" y="5506879"/>
            <a:ext cx="1624013" cy="1007269"/>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9" name="table-text-194-7-3">
            <a:extLst xmlns:a="http://schemas.openxmlformats.org/drawingml/2006/main">
              <a:ext uri="{FF2B5EF4-FFF2-40B4-BE49-F238E27FC236}">
                <a16:creationId xmlns:a16="http://schemas.microsoft.com/office/drawing/2014/main" id="{25011A5F-CD86-423B-BEB4-DFC07AC40104}"/>
              </a:ext>
            </a:extLst>
          </p:cNvPr>
          <p:cNvSpPr>
            <a:spLocks xmlns:a="http://schemas.openxmlformats.org/drawingml/2006/main" noGrp="1"/>
          </p:cNvSpPr>
          <p:nvPr/>
        </p:nvSpPr>
        <p:spPr>
          <a:xfrm xmlns:a="http://schemas.openxmlformats.org/drawingml/2006/main">
            <a:off x="5491163" y="5573554"/>
            <a:ext cx="1452563" cy="87391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612"/>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Apache-2.0 · Flutter Icons API (https://api.flutter.dev/flutter/material/Icons-class.html), Google Material Icons (https://github.com/google/material-design-icons)</a:t>
            </a:r>
          </a:p>
        </p:txBody>
      </p:sp>
      <p:sp>
        <p:nvSpPr>
          <p:cNvPr id="70" name="subheading-699.9000000000001">
            <a:extLst xmlns:a="http://schemas.openxmlformats.org/drawingml/2006/main">
              <a:ext uri="{FF2B5EF4-FFF2-40B4-BE49-F238E27FC236}">
                <a16:creationId xmlns:a16="http://schemas.microsoft.com/office/drawing/2014/main" id="{0A0376E2-47C2-4B5E-9328-E330DB60F8DD}"/>
              </a:ext>
            </a:extLst>
          </p:cNvPr>
          <p:cNvSpPr>
            <a:spLocks xmlns:a="http://schemas.openxmlformats.org/drawingml/2006/main" noGrp="1"/>
          </p:cNvSpPr>
          <p:nvPr/>
        </p:nvSpPr>
        <p:spPr>
          <a:xfrm xmlns:a="http://schemas.openxmlformats.org/drawingml/2006/main">
            <a:off x="533400" y="6666548"/>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7.2 외부/레거시 에셋</a:t>
            </a:r>
          </a:p>
        </p:txBody>
      </p:sp>
      <p:sp>
        <p:nvSpPr>
          <p:cNvPr id="71" name="table-cell-753.9000000000001-0-0">
            <a:extLst xmlns:a="http://schemas.openxmlformats.org/drawingml/2006/main">
              <a:ext uri="{FF2B5EF4-FFF2-40B4-BE49-F238E27FC236}">
                <a16:creationId xmlns:a16="http://schemas.microsoft.com/office/drawing/2014/main" id="{93DC46BC-E52A-466E-9BA9-0B157B2C58DE}"/>
              </a:ext>
            </a:extLst>
          </p:cNvPr>
          <p:cNvSpPr>
            <a:spLocks xmlns:a="http://schemas.openxmlformats.org/drawingml/2006/main" noGrp="1"/>
          </p:cNvSpPr>
          <p:nvPr/>
        </p:nvSpPr>
        <p:spPr>
          <a:xfrm xmlns:a="http://schemas.openxmlformats.org/drawingml/2006/main">
            <a:off x="533400" y="7180898"/>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72" name="table-text-753.9000000000001-0-0">
            <a:extLst xmlns:a="http://schemas.openxmlformats.org/drawingml/2006/main">
              <a:ext uri="{FF2B5EF4-FFF2-40B4-BE49-F238E27FC236}">
                <a16:creationId xmlns:a16="http://schemas.microsoft.com/office/drawing/2014/main" id="{3E0FC0A3-BD3A-4200-9DDC-9EF0D0EA1A70}"/>
              </a:ext>
            </a:extLst>
          </p:cNvPr>
          <p:cNvSpPr>
            <a:spLocks xmlns:a="http://schemas.openxmlformats.org/drawingml/2006/main" noGrp="1"/>
          </p:cNvSpPr>
          <p:nvPr/>
        </p:nvSpPr>
        <p:spPr>
          <a:xfrm xmlns:a="http://schemas.openxmlformats.org/drawingml/2006/main">
            <a:off x="619125" y="7247573"/>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자산</a:t>
            </a:r>
          </a:p>
        </p:txBody>
      </p:sp>
      <p:sp>
        <p:nvSpPr>
          <p:cNvPr id="73" name="table-cell-753.9000000000001-0-1">
            <a:extLst xmlns:a="http://schemas.openxmlformats.org/drawingml/2006/main">
              <a:ext uri="{FF2B5EF4-FFF2-40B4-BE49-F238E27FC236}">
                <a16:creationId xmlns:a16="http://schemas.microsoft.com/office/drawing/2014/main" id="{0A427255-A5D4-48C6-9C45-C10B50EEE131}"/>
              </a:ext>
            </a:extLst>
          </p:cNvPr>
          <p:cNvSpPr>
            <a:spLocks xmlns:a="http://schemas.openxmlformats.org/drawingml/2006/main" noGrp="1"/>
          </p:cNvSpPr>
          <p:nvPr/>
        </p:nvSpPr>
        <p:spPr>
          <a:xfrm xmlns:a="http://schemas.openxmlformats.org/drawingml/2006/main">
            <a:off x="2157413" y="7180898"/>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74" name="table-text-753.9000000000001-0-1">
            <a:extLst xmlns:a="http://schemas.openxmlformats.org/drawingml/2006/main">
              <a:ext uri="{FF2B5EF4-FFF2-40B4-BE49-F238E27FC236}">
                <a16:creationId xmlns:a16="http://schemas.microsoft.com/office/drawing/2014/main" id="{0FAF844F-223B-4A27-9541-07AEC19F6797}"/>
              </a:ext>
            </a:extLst>
          </p:cNvPr>
          <p:cNvSpPr>
            <a:spLocks xmlns:a="http://schemas.openxmlformats.org/drawingml/2006/main" noGrp="1"/>
          </p:cNvSpPr>
          <p:nvPr/>
        </p:nvSpPr>
        <p:spPr>
          <a:xfrm xmlns:a="http://schemas.openxmlformats.org/drawingml/2006/main">
            <a:off x="2243138" y="7247573"/>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출처</a:t>
            </a:r>
          </a:p>
        </p:txBody>
      </p:sp>
      <p:sp>
        <p:nvSpPr>
          <p:cNvPr id="75" name="table-cell-753.9000000000001-0-2">
            <a:extLst xmlns:a="http://schemas.openxmlformats.org/drawingml/2006/main">
              <a:ext uri="{FF2B5EF4-FFF2-40B4-BE49-F238E27FC236}">
                <a16:creationId xmlns:a16="http://schemas.microsoft.com/office/drawing/2014/main" id="{4DE8F74A-6827-407C-9FF6-D0A848B2BAB6}"/>
              </a:ext>
            </a:extLst>
          </p:cNvPr>
          <p:cNvSpPr>
            <a:spLocks xmlns:a="http://schemas.openxmlformats.org/drawingml/2006/main" noGrp="1"/>
          </p:cNvSpPr>
          <p:nvPr/>
        </p:nvSpPr>
        <p:spPr>
          <a:xfrm xmlns:a="http://schemas.openxmlformats.org/drawingml/2006/main">
            <a:off x="3781425" y="7180898"/>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76" name="table-text-753.9000000000001-0-2">
            <a:extLst xmlns:a="http://schemas.openxmlformats.org/drawingml/2006/main">
              <a:ext uri="{FF2B5EF4-FFF2-40B4-BE49-F238E27FC236}">
                <a16:creationId xmlns:a16="http://schemas.microsoft.com/office/drawing/2014/main" id="{0DF44210-6BE3-422D-9A2D-3CDD62535943}"/>
              </a:ext>
            </a:extLst>
          </p:cNvPr>
          <p:cNvSpPr>
            <a:spLocks xmlns:a="http://schemas.openxmlformats.org/drawingml/2006/main" noGrp="1"/>
          </p:cNvSpPr>
          <p:nvPr/>
        </p:nvSpPr>
        <p:spPr>
          <a:xfrm xmlns:a="http://schemas.openxmlformats.org/drawingml/2006/main">
            <a:off x="3867150" y="7247573"/>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라이선스</a:t>
            </a:r>
          </a:p>
        </p:txBody>
      </p:sp>
      <p:sp>
        <p:nvSpPr>
          <p:cNvPr id="77" name="table-cell-753.9000000000001-0-3">
            <a:extLst xmlns:a="http://schemas.openxmlformats.org/drawingml/2006/main">
              <a:ext uri="{FF2B5EF4-FFF2-40B4-BE49-F238E27FC236}">
                <a16:creationId xmlns:a16="http://schemas.microsoft.com/office/drawing/2014/main" id="{C3136655-252C-42D0-92CA-303C0028DCE1}"/>
              </a:ext>
            </a:extLst>
          </p:cNvPr>
          <p:cNvSpPr>
            <a:spLocks xmlns:a="http://schemas.openxmlformats.org/drawingml/2006/main" noGrp="1"/>
          </p:cNvSpPr>
          <p:nvPr/>
        </p:nvSpPr>
        <p:spPr>
          <a:xfrm xmlns:a="http://schemas.openxmlformats.org/drawingml/2006/main">
            <a:off x="5405438" y="7180898"/>
            <a:ext cx="1624013"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78" name="table-text-753.9000000000001-0-3">
            <a:extLst xmlns:a="http://schemas.openxmlformats.org/drawingml/2006/main">
              <a:ext uri="{FF2B5EF4-FFF2-40B4-BE49-F238E27FC236}">
                <a16:creationId xmlns:a16="http://schemas.microsoft.com/office/drawing/2014/main" id="{5DBC041A-B433-427A-AD9F-2746AB8A57EB}"/>
              </a:ext>
            </a:extLst>
          </p:cNvPr>
          <p:cNvSpPr>
            <a:spLocks xmlns:a="http://schemas.openxmlformats.org/drawingml/2006/main" noGrp="1"/>
          </p:cNvSpPr>
          <p:nvPr/>
        </p:nvSpPr>
        <p:spPr>
          <a:xfrm xmlns:a="http://schemas.openxmlformats.org/drawingml/2006/main">
            <a:off x="5491163" y="7247573"/>
            <a:ext cx="1452563"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3A3F"/>
                </a:solidFill>
                <a:latin typeface="NanumGothic"/>
                <a:ea typeface="NanumGothic"/>
                <a:cs typeface="NanumGothic"/>
              </a:defRPr>
            </a:pPr>
            <a:r>
              <a:rPr sz="975" b="1">
                <a:solidFill>
                  <a:srgbClr val="173A3F"/>
                </a:solidFill>
                <a:latin typeface="NanumGothic"/>
                <a:ea typeface="NanumGothic"/>
                <a:cs typeface="NanumGothic"/>
              </a:rPr>
              <a:t>제품 bundle</a:t>
            </a:r>
          </a:p>
        </p:txBody>
      </p:sp>
      <p:sp>
        <p:nvSpPr>
          <p:cNvPr id="79" name="table-cell-753.9000000000001-1-0">
            <a:extLst xmlns:a="http://schemas.openxmlformats.org/drawingml/2006/main">
              <a:ext uri="{FF2B5EF4-FFF2-40B4-BE49-F238E27FC236}">
                <a16:creationId xmlns:a16="http://schemas.microsoft.com/office/drawing/2014/main" id="{37EC7159-2194-46F1-A0AE-91A48D8889FD}"/>
              </a:ext>
            </a:extLst>
          </p:cNvPr>
          <p:cNvSpPr>
            <a:spLocks xmlns:a="http://schemas.openxmlformats.org/drawingml/2006/main" noGrp="1"/>
          </p:cNvSpPr>
          <p:nvPr/>
        </p:nvSpPr>
        <p:spPr>
          <a:xfrm xmlns:a="http://schemas.openxmlformats.org/drawingml/2006/main">
            <a:off x="533400" y="7638098"/>
            <a:ext cx="1624013" cy="84010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80" name="table-text-753.9000000000001-1-0">
            <a:extLst xmlns:a="http://schemas.openxmlformats.org/drawingml/2006/main">
              <a:ext uri="{FF2B5EF4-FFF2-40B4-BE49-F238E27FC236}">
                <a16:creationId xmlns:a16="http://schemas.microsoft.com/office/drawing/2014/main" id="{90C5CB86-6827-4266-BDC1-396D19E13DE3}"/>
              </a:ext>
            </a:extLst>
          </p:cNvPr>
          <p:cNvSpPr>
            <a:spLocks xmlns:a="http://schemas.openxmlformats.org/drawingml/2006/main" noGrp="1"/>
          </p:cNvSpPr>
          <p:nvPr/>
        </p:nvSpPr>
        <p:spPr>
          <a:xfrm xmlns:a="http://schemas.openxmlformats.org/drawingml/2006/main">
            <a:off x="619125" y="7704773"/>
            <a:ext cx="1452563" cy="7067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assets/icons/ball.png, crate.png, stone_boulder.png</a:t>
            </a:r>
          </a:p>
        </p:txBody>
      </p:sp>
      <p:sp>
        <p:nvSpPr>
          <p:cNvPr id="81" name="table-cell-753.9000000000001-1-1">
            <a:extLst xmlns:a="http://schemas.openxmlformats.org/drawingml/2006/main">
              <a:ext uri="{FF2B5EF4-FFF2-40B4-BE49-F238E27FC236}">
                <a16:creationId xmlns:a16="http://schemas.microsoft.com/office/drawing/2014/main" id="{FE1065A2-A8C3-486A-828A-2052CF887D22}"/>
              </a:ext>
            </a:extLst>
          </p:cNvPr>
          <p:cNvSpPr>
            <a:spLocks xmlns:a="http://schemas.openxmlformats.org/drawingml/2006/main" noGrp="1"/>
          </p:cNvSpPr>
          <p:nvPr/>
        </p:nvSpPr>
        <p:spPr>
          <a:xfrm xmlns:a="http://schemas.openxmlformats.org/drawingml/2006/main">
            <a:off x="2157413" y="7638098"/>
            <a:ext cx="1624013" cy="84010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82" name="table-text-753.9000000000001-1-1">
            <a:extLst xmlns:a="http://schemas.openxmlformats.org/drawingml/2006/main">
              <a:ext uri="{FF2B5EF4-FFF2-40B4-BE49-F238E27FC236}">
                <a16:creationId xmlns:a16="http://schemas.microsoft.com/office/drawing/2014/main" id="{0CC5A3BC-69DC-44C8-8515-9D01D853CEF9}"/>
              </a:ext>
            </a:extLst>
          </p:cNvPr>
          <p:cNvSpPr>
            <a:spLocks xmlns:a="http://schemas.openxmlformats.org/drawingml/2006/main" noGrp="1"/>
          </p:cNvSpPr>
          <p:nvPr/>
        </p:nvSpPr>
        <p:spPr>
          <a:xfrm xmlns:a="http://schemas.openxmlformats.org/drawingml/2006/main">
            <a:off x="2243138" y="7704773"/>
            <a:ext cx="1452563" cy="7067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82"/>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OpenGameArt Smooth Physics Obstacle Props (https://opengameart.org/content/smooth-physics-obstacle-props)</a:t>
            </a:r>
          </a:p>
        </p:txBody>
      </p:sp>
      <p:sp>
        <p:nvSpPr>
          <p:cNvPr id="83" name="table-cell-753.9000000000001-1-2">
            <a:extLst xmlns:a="http://schemas.openxmlformats.org/drawingml/2006/main">
              <a:ext uri="{FF2B5EF4-FFF2-40B4-BE49-F238E27FC236}">
                <a16:creationId xmlns:a16="http://schemas.microsoft.com/office/drawing/2014/main" id="{F1CC96E7-8CD0-4D87-B4E3-8C273F7B07B7}"/>
              </a:ext>
            </a:extLst>
          </p:cNvPr>
          <p:cNvSpPr>
            <a:spLocks xmlns:a="http://schemas.openxmlformats.org/drawingml/2006/main" noGrp="1"/>
          </p:cNvSpPr>
          <p:nvPr/>
        </p:nvSpPr>
        <p:spPr>
          <a:xfrm xmlns:a="http://schemas.openxmlformats.org/drawingml/2006/main">
            <a:off x="3781425" y="7638098"/>
            <a:ext cx="1624013" cy="84010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84" name="table-text-753.9000000000001-1-2">
            <a:extLst xmlns:a="http://schemas.openxmlformats.org/drawingml/2006/main">
              <a:ext uri="{FF2B5EF4-FFF2-40B4-BE49-F238E27FC236}">
                <a16:creationId xmlns:a16="http://schemas.microsoft.com/office/drawing/2014/main" id="{04AF94A5-BA17-4850-A157-00DF9145B83A}"/>
              </a:ext>
            </a:extLst>
          </p:cNvPr>
          <p:cNvSpPr>
            <a:spLocks xmlns:a="http://schemas.openxmlformats.org/drawingml/2006/main" noGrp="1"/>
          </p:cNvSpPr>
          <p:nvPr/>
        </p:nvSpPr>
        <p:spPr>
          <a:xfrm xmlns:a="http://schemas.openxmlformats.org/drawingml/2006/main">
            <a:off x="3867150" y="7704773"/>
            <a:ext cx="1452563" cy="7067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CC0 1.0 법적 코드 (https://creativecommons.org/publicdomain/zero/1.0/legalcode)</a:t>
            </a:r>
          </a:p>
        </p:txBody>
      </p:sp>
      <p:sp>
        <p:nvSpPr>
          <p:cNvPr id="85" name="table-cell-753.9000000000001-1-3">
            <a:extLst xmlns:a="http://schemas.openxmlformats.org/drawingml/2006/main">
              <a:ext uri="{FF2B5EF4-FFF2-40B4-BE49-F238E27FC236}">
                <a16:creationId xmlns:a16="http://schemas.microsoft.com/office/drawing/2014/main" id="{6ECEB897-0A6C-49BE-886E-24A17BF00193}"/>
              </a:ext>
            </a:extLst>
          </p:cNvPr>
          <p:cNvSpPr>
            <a:spLocks xmlns:a="http://schemas.openxmlformats.org/drawingml/2006/main" noGrp="1"/>
          </p:cNvSpPr>
          <p:nvPr/>
        </p:nvSpPr>
        <p:spPr>
          <a:xfrm xmlns:a="http://schemas.openxmlformats.org/drawingml/2006/main">
            <a:off x="5405438" y="7638098"/>
            <a:ext cx="1624013" cy="84010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86" name="table-text-753.9000000000001-1-3">
            <a:extLst xmlns:a="http://schemas.openxmlformats.org/drawingml/2006/main">
              <a:ext uri="{FF2B5EF4-FFF2-40B4-BE49-F238E27FC236}">
                <a16:creationId xmlns:a16="http://schemas.microsoft.com/office/drawing/2014/main" id="{AF234B19-FC77-4D52-84CA-6427866394CB}"/>
              </a:ext>
            </a:extLst>
          </p:cNvPr>
          <p:cNvSpPr>
            <a:spLocks xmlns:a="http://schemas.openxmlformats.org/drawingml/2006/main" noGrp="1"/>
          </p:cNvSpPr>
          <p:nvPr/>
        </p:nvSpPr>
        <p:spPr>
          <a:xfrm xmlns:a="http://schemas.openxmlformats.org/drawingml/2006/main">
            <a:off x="5491163" y="7704773"/>
            <a:ext cx="1452563" cy="7067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미사용 레거시·권리 증빙 보관</a:t>
            </a:r>
          </a:p>
        </p:txBody>
      </p:sp>
      <p:sp>
        <p:nvSpPr>
          <p:cNvPr id="87" name="table-cell-753.9000000000001-2-0">
            <a:extLst xmlns:a="http://schemas.openxmlformats.org/drawingml/2006/main">
              <a:ext uri="{FF2B5EF4-FFF2-40B4-BE49-F238E27FC236}">
                <a16:creationId xmlns:a16="http://schemas.microsoft.com/office/drawing/2014/main" id="{84E5FCB1-7A92-4CE5-AD81-FCB21ADC0E32}"/>
              </a:ext>
            </a:extLst>
          </p:cNvPr>
          <p:cNvSpPr>
            <a:spLocks xmlns:a="http://schemas.openxmlformats.org/drawingml/2006/main" noGrp="1"/>
          </p:cNvSpPr>
          <p:nvPr/>
        </p:nvSpPr>
        <p:spPr>
          <a:xfrm xmlns:a="http://schemas.openxmlformats.org/drawingml/2006/main">
            <a:off x="533400" y="8478203"/>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88" name="table-text-753.9000000000001-2-0">
            <a:extLst xmlns:a="http://schemas.openxmlformats.org/drawingml/2006/main">
              <a:ext uri="{FF2B5EF4-FFF2-40B4-BE49-F238E27FC236}">
                <a16:creationId xmlns:a16="http://schemas.microsoft.com/office/drawing/2014/main" id="{B9A2A229-771F-4FC3-B187-6707C981CB0B}"/>
              </a:ext>
            </a:extLst>
          </p:cNvPr>
          <p:cNvSpPr>
            <a:spLocks xmlns:a="http://schemas.openxmlformats.org/drawingml/2006/main" noGrp="1"/>
          </p:cNvSpPr>
          <p:nvPr/>
        </p:nvSpPr>
        <p:spPr>
          <a:xfrm xmlns:a="http://schemas.openxmlformats.org/drawingml/2006/main">
            <a:off x="619125" y="8544878"/>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property_shot_island_loop.wav</a:t>
            </a:r>
          </a:p>
        </p:txBody>
      </p:sp>
      <p:sp>
        <p:nvSpPr>
          <p:cNvPr id="89" name="table-cell-753.9000000000001-2-1">
            <a:extLst xmlns:a="http://schemas.openxmlformats.org/drawingml/2006/main">
              <a:ext uri="{FF2B5EF4-FFF2-40B4-BE49-F238E27FC236}">
                <a16:creationId xmlns:a16="http://schemas.microsoft.com/office/drawing/2014/main" id="{0B09202A-B0FC-4B00-86AB-2B775A0D0BC6}"/>
              </a:ext>
            </a:extLst>
          </p:cNvPr>
          <p:cNvSpPr>
            <a:spLocks xmlns:a="http://schemas.openxmlformats.org/drawingml/2006/main" noGrp="1"/>
          </p:cNvSpPr>
          <p:nvPr/>
        </p:nvSpPr>
        <p:spPr>
          <a:xfrm xmlns:a="http://schemas.openxmlformats.org/drawingml/2006/main">
            <a:off x="2157413" y="8478203"/>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90" name="table-text-753.9000000000001-2-1">
            <a:extLst xmlns:a="http://schemas.openxmlformats.org/drawingml/2006/main">
              <a:ext uri="{FF2B5EF4-FFF2-40B4-BE49-F238E27FC236}">
                <a16:creationId xmlns:a16="http://schemas.microsoft.com/office/drawing/2014/main" id="{0B934F14-E8C0-4695-9AC8-06D209F74B7E}"/>
              </a:ext>
            </a:extLst>
          </p:cNvPr>
          <p:cNvSpPr>
            <a:spLocks xmlns:a="http://schemas.openxmlformats.org/drawingml/2006/main" noGrp="1"/>
          </p:cNvSpPr>
          <p:nvPr/>
        </p:nvSpPr>
        <p:spPr>
          <a:xfrm xmlns:a="http://schemas.openxmlformats.org/drawingml/2006/main">
            <a:off x="2243138" y="8544878"/>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프로젝트 도구로 자체 합성, 외부 샘플 없음</a:t>
            </a:r>
          </a:p>
        </p:txBody>
      </p:sp>
      <p:sp>
        <p:nvSpPr>
          <p:cNvPr id="91" name="table-cell-753.9000000000001-2-2">
            <a:extLst xmlns:a="http://schemas.openxmlformats.org/drawingml/2006/main">
              <a:ext uri="{FF2B5EF4-FFF2-40B4-BE49-F238E27FC236}">
                <a16:creationId xmlns:a16="http://schemas.microsoft.com/office/drawing/2014/main" id="{330D4BC4-D17D-4440-9669-837445197CFD}"/>
              </a:ext>
            </a:extLst>
          </p:cNvPr>
          <p:cNvSpPr>
            <a:spLocks xmlns:a="http://schemas.openxmlformats.org/drawingml/2006/main" noGrp="1"/>
          </p:cNvSpPr>
          <p:nvPr/>
        </p:nvSpPr>
        <p:spPr>
          <a:xfrm xmlns:a="http://schemas.openxmlformats.org/drawingml/2006/main">
            <a:off x="3781425" y="8478203"/>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92" name="table-text-753.9000000000001-2-2">
            <a:extLst xmlns:a="http://schemas.openxmlformats.org/drawingml/2006/main">
              <a:ext uri="{FF2B5EF4-FFF2-40B4-BE49-F238E27FC236}">
                <a16:creationId xmlns:a16="http://schemas.microsoft.com/office/drawing/2014/main" id="{06602160-09E4-42C2-8B15-889D5323F459}"/>
              </a:ext>
            </a:extLst>
          </p:cNvPr>
          <p:cNvSpPr>
            <a:spLocks xmlns:a="http://schemas.openxmlformats.org/drawingml/2006/main" noGrp="1"/>
          </p:cNvSpPr>
          <p:nvPr/>
        </p:nvSpPr>
        <p:spPr>
          <a:xfrm xmlns:a="http://schemas.openxmlformats.org/drawingml/2006/main">
            <a:off x="3867150" y="8544878"/>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프로젝트 자체 생성</a:t>
            </a:r>
          </a:p>
        </p:txBody>
      </p:sp>
      <p:sp>
        <p:nvSpPr>
          <p:cNvPr id="93" name="table-cell-753.9000000000001-2-3">
            <a:extLst xmlns:a="http://schemas.openxmlformats.org/drawingml/2006/main">
              <a:ext uri="{FF2B5EF4-FFF2-40B4-BE49-F238E27FC236}">
                <a16:creationId xmlns:a16="http://schemas.microsoft.com/office/drawing/2014/main" id="{E71DBAF2-67E1-4854-B6D3-5F51EA8C69FA}"/>
              </a:ext>
            </a:extLst>
          </p:cNvPr>
          <p:cNvSpPr>
            <a:spLocks xmlns:a="http://schemas.openxmlformats.org/drawingml/2006/main" noGrp="1"/>
          </p:cNvSpPr>
          <p:nvPr/>
        </p:nvSpPr>
        <p:spPr>
          <a:xfrm xmlns:a="http://schemas.openxmlformats.org/drawingml/2006/main">
            <a:off x="5405438" y="8478203"/>
            <a:ext cx="1624013" cy="505778"/>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94" name="table-text-753.9000000000001-2-3">
            <a:extLst xmlns:a="http://schemas.openxmlformats.org/drawingml/2006/main">
              <a:ext uri="{FF2B5EF4-FFF2-40B4-BE49-F238E27FC236}">
                <a16:creationId xmlns:a16="http://schemas.microsoft.com/office/drawing/2014/main" id="{81993435-F2E9-4DDC-87C6-87A015B0E7B5}"/>
              </a:ext>
            </a:extLst>
          </p:cNvPr>
          <p:cNvSpPr>
            <a:spLocks xmlns:a="http://schemas.openxmlformats.org/drawingml/2006/main" noGrp="1"/>
          </p:cNvSpPr>
          <p:nvPr/>
        </p:nvSpPr>
        <p:spPr>
          <a:xfrm xmlns:a="http://schemas.openxmlformats.org/drawingml/2006/main">
            <a:off x="5491163" y="8544878"/>
            <a:ext cx="1452563" cy="3724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사용</a:t>
            </a:r>
          </a:p>
        </p:txBody>
      </p:sp>
      <p:sp>
        <p:nvSpPr>
          <p:cNvPr id="95" name="table-cell-753.9000000000001-3-0">
            <a:extLst xmlns:a="http://schemas.openxmlformats.org/drawingml/2006/main">
              <a:ext uri="{FF2B5EF4-FFF2-40B4-BE49-F238E27FC236}">
                <a16:creationId xmlns:a16="http://schemas.microsoft.com/office/drawing/2014/main" id="{92A3B40F-6D6B-4577-AC04-FA7BC8288934}"/>
              </a:ext>
            </a:extLst>
          </p:cNvPr>
          <p:cNvSpPr>
            <a:spLocks xmlns:a="http://schemas.openxmlformats.org/drawingml/2006/main" noGrp="1"/>
          </p:cNvSpPr>
          <p:nvPr/>
        </p:nvSpPr>
        <p:spPr>
          <a:xfrm xmlns:a="http://schemas.openxmlformats.org/drawingml/2006/main">
            <a:off x="533400" y="8983980"/>
            <a:ext cx="1624013"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96" name="table-text-753.9000000000001-3-0">
            <a:extLst xmlns:a="http://schemas.openxmlformats.org/drawingml/2006/main">
              <a:ext uri="{FF2B5EF4-FFF2-40B4-BE49-F238E27FC236}">
                <a16:creationId xmlns:a16="http://schemas.microsoft.com/office/drawing/2014/main" id="{E59AC338-0312-4916-906B-02A6037996AE}"/>
              </a:ext>
            </a:extLst>
          </p:cNvPr>
          <p:cNvSpPr>
            <a:spLocks xmlns:a="http://schemas.openxmlformats.org/drawingml/2006/main" noGrp="1"/>
          </p:cNvSpPr>
          <p:nvPr/>
        </p:nvSpPr>
        <p:spPr>
          <a:xfrm xmlns:a="http://schemas.openxmlformats.org/drawingml/2006/main">
            <a:off x="619125" y="9050655"/>
            <a:ext cx="1452563"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생성 PNG 3종</a:t>
            </a:r>
          </a:p>
        </p:txBody>
      </p:sp>
      <p:sp>
        <p:nvSpPr>
          <p:cNvPr id="97" name="table-cell-753.9000000000001-3-1">
            <a:extLst xmlns:a="http://schemas.openxmlformats.org/drawingml/2006/main">
              <a:ext uri="{FF2B5EF4-FFF2-40B4-BE49-F238E27FC236}">
                <a16:creationId xmlns:a16="http://schemas.microsoft.com/office/drawing/2014/main" id="{CEF952C7-2229-412A-BB9E-EED59A4EA277}"/>
              </a:ext>
            </a:extLst>
          </p:cNvPr>
          <p:cNvSpPr>
            <a:spLocks xmlns:a="http://schemas.openxmlformats.org/drawingml/2006/main" noGrp="1"/>
          </p:cNvSpPr>
          <p:nvPr/>
        </p:nvSpPr>
        <p:spPr>
          <a:xfrm xmlns:a="http://schemas.openxmlformats.org/drawingml/2006/main">
            <a:off x="2157413" y="8983980"/>
            <a:ext cx="1624013"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98" name="table-text-753.9000000000001-3-1">
            <a:extLst xmlns:a="http://schemas.openxmlformats.org/drawingml/2006/main">
              <a:ext uri="{FF2B5EF4-FFF2-40B4-BE49-F238E27FC236}">
                <a16:creationId xmlns:a16="http://schemas.microsoft.com/office/drawing/2014/main" id="{EE7FE882-AFD0-4DB4-8A4E-55F9EEECB969}"/>
              </a:ext>
            </a:extLst>
          </p:cNvPr>
          <p:cNvSpPr>
            <a:spLocks xmlns:a="http://schemas.openxmlformats.org/drawingml/2006/main" noGrp="1"/>
          </p:cNvSpPr>
          <p:nvPr/>
        </p:nvSpPr>
        <p:spPr>
          <a:xfrm xmlns:a="http://schemas.openxmlformats.org/drawingml/2006/main">
            <a:off x="2243138" y="9050655"/>
            <a:ext cx="1452563"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096"/>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Codex 이미지 생성·프로젝트 후처리</a:t>
            </a:r>
          </a:p>
        </p:txBody>
      </p:sp>
      <p:sp>
        <p:nvSpPr>
          <p:cNvPr id="99" name="table-cell-753.9000000000001-3-2">
            <a:extLst xmlns:a="http://schemas.openxmlformats.org/drawingml/2006/main">
              <a:ext uri="{FF2B5EF4-FFF2-40B4-BE49-F238E27FC236}">
                <a16:creationId xmlns:a16="http://schemas.microsoft.com/office/drawing/2014/main" id="{56C898D9-D4A4-4DBB-A68F-DBFC8414C8D0}"/>
              </a:ext>
            </a:extLst>
          </p:cNvPr>
          <p:cNvSpPr>
            <a:spLocks xmlns:a="http://schemas.openxmlformats.org/drawingml/2006/main" noGrp="1"/>
          </p:cNvSpPr>
          <p:nvPr/>
        </p:nvSpPr>
        <p:spPr>
          <a:xfrm xmlns:a="http://schemas.openxmlformats.org/drawingml/2006/main">
            <a:off x="3781425" y="8983980"/>
            <a:ext cx="1624013"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00" name="table-text-753.9000000000001-3-2">
            <a:extLst xmlns:a="http://schemas.openxmlformats.org/drawingml/2006/main">
              <a:ext uri="{FF2B5EF4-FFF2-40B4-BE49-F238E27FC236}">
                <a16:creationId xmlns:a16="http://schemas.microsoft.com/office/drawing/2014/main" id="{270321BC-DE7F-471C-8AD1-FA1BDF2DEB48}"/>
              </a:ext>
            </a:extLst>
          </p:cNvPr>
          <p:cNvSpPr>
            <a:spLocks xmlns:a="http://schemas.openxmlformats.org/drawingml/2006/main" noGrp="1"/>
          </p:cNvSpPr>
          <p:nvPr/>
        </p:nvSpPr>
        <p:spPr>
          <a:xfrm xmlns:a="http://schemas.openxmlformats.org/drawingml/2006/main">
            <a:off x="3867150" y="9050655"/>
            <a:ext cx="1452563"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858"/>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조건부 승인, 최종 권리 검토 필요</a:t>
            </a:r>
          </a:p>
        </p:txBody>
      </p:sp>
      <p:sp>
        <p:nvSpPr>
          <p:cNvPr id="101" name="table-cell-753.9000000000001-3-3">
            <a:extLst xmlns:a="http://schemas.openxmlformats.org/drawingml/2006/main">
              <a:ext uri="{FF2B5EF4-FFF2-40B4-BE49-F238E27FC236}">
                <a16:creationId xmlns:a16="http://schemas.microsoft.com/office/drawing/2014/main" id="{8CD0830A-93C8-4726-A29E-CD127A685308}"/>
              </a:ext>
            </a:extLst>
          </p:cNvPr>
          <p:cNvSpPr>
            <a:spLocks xmlns:a="http://schemas.openxmlformats.org/drawingml/2006/main" noGrp="1"/>
          </p:cNvSpPr>
          <p:nvPr/>
        </p:nvSpPr>
        <p:spPr>
          <a:xfrm xmlns:a="http://schemas.openxmlformats.org/drawingml/2006/main">
            <a:off x="5405438" y="8983980"/>
            <a:ext cx="1624013"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02" name="table-text-753.9000000000001-3-3">
            <a:extLst xmlns:a="http://schemas.openxmlformats.org/drawingml/2006/main">
              <a:ext uri="{FF2B5EF4-FFF2-40B4-BE49-F238E27FC236}">
                <a16:creationId xmlns:a16="http://schemas.microsoft.com/office/drawing/2014/main" id="{3BC7745B-E585-4C7D-A5A6-639D1FE45350}"/>
              </a:ext>
            </a:extLst>
          </p:cNvPr>
          <p:cNvSpPr>
            <a:spLocks xmlns:a="http://schemas.openxmlformats.org/drawingml/2006/main" noGrp="1"/>
          </p:cNvSpPr>
          <p:nvPr/>
        </p:nvSpPr>
        <p:spPr>
          <a:xfrm xmlns:a="http://schemas.openxmlformats.org/drawingml/2006/main">
            <a:off x="5491163" y="9050655"/>
            <a:ext cx="1452563"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0">
                <a:solidFill>
                  <a:srgbClr val="173A3F"/>
                </a:solidFill>
                <a:latin typeface="NanumGothic"/>
                <a:ea typeface="NanumGothic"/>
                <a:cs typeface="NanumGothic"/>
              </a:defRPr>
            </a:pPr>
            <a:r>
              <a:rPr sz="975" b="0">
                <a:solidFill>
                  <a:srgbClr val="173A3F"/>
                </a:solidFill>
                <a:latin typeface="NanumGothic"/>
                <a:ea typeface="NanumGothic"/>
                <a:cs typeface="NanumGothic"/>
              </a:rPr>
              <a:t>사용</a:t>
            </a:r>
          </a:p>
        </p:txBody>
      </p:sp>
    </p:spTree>
    <p:extLst>
      <p:ext uri="{BB962C8B-B14F-4D97-AF65-F5344CB8AC3E}">
        <p14:creationId xmlns:p14="http://schemas.microsoft.com/office/powerpoint/2010/main" val="16682048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AB73C19C-DDB8-4604-A5C2-6A68003657AA}"/>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37364B31-7CF1-4DD1-84FC-8246DF52B337}"/>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17</a:t>
            </a:r>
          </a:p>
        </p:txBody>
      </p:sp>
      <p:sp>
        <p:nvSpPr>
          <p:cNvPr id="3" name="header-rule">
            <a:extLst xmlns:a="http://schemas.openxmlformats.org/drawingml/2006/main">
              <a:ext uri="{FF2B5EF4-FFF2-40B4-BE49-F238E27FC236}">
                <a16:creationId xmlns:a16="http://schemas.microsoft.com/office/drawing/2014/main" id="{16ADF384-98FF-4098-8108-3A13D7FA4B2D}"/>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2A5C098A-D23E-4917-9747-E68319314FDF}"/>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7. 외부 에셋과 오픈소스 출처 · 계속</a:t>
            </a:r>
          </a:p>
        </p:txBody>
      </p:sp>
      <p:sp>
        <p:nvSpPr>
          <p:cNvPr id="5" name="paragraph-140">
            <a:extLst xmlns:a="http://schemas.openxmlformats.org/drawingml/2006/main">
              <a:ext uri="{FF2B5EF4-FFF2-40B4-BE49-F238E27FC236}">
                <a16:creationId xmlns:a16="http://schemas.microsoft.com/office/drawing/2014/main" id="{5B14BA4F-145B-4008-B3B8-6E2921D7A863}"/>
              </a:ext>
            </a:extLst>
          </p:cNvPr>
          <p:cNvSpPr>
            <a:spLocks xmlns:a="http://schemas.openxmlformats.org/drawingml/2006/main" noGrp="1"/>
          </p:cNvSpPr>
          <p:nvPr/>
        </p:nvSpPr>
        <p:spPr>
          <a:xfrm xmlns:a="http://schemas.openxmlformats.org/drawingml/2006/main">
            <a:off x="533400" y="1333500"/>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권리·해시·bundle 경계의 상세 근거는 harness_docs/release/asset_rights_ledger.md, harness_docs/release/store_assets.md, harness_docs/assets/asset_registry.md에 보존한다.</a:t>
            </a:r>
          </a:p>
        </p:txBody>
      </p:sp>
    </p:spTree>
    <p:extLst>
      <p:ext uri="{BB962C8B-B14F-4D97-AF65-F5344CB8AC3E}">
        <p14:creationId xmlns:p14="http://schemas.microsoft.com/office/powerpoint/2010/main" val="17761919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048A30B5-5A60-4C70-ACEF-3399F75FCCD1}"/>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883EFA79-2913-4921-A47E-3AB057CE1605}"/>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18</a:t>
            </a:r>
          </a:p>
        </p:txBody>
      </p:sp>
      <p:sp>
        <p:nvSpPr>
          <p:cNvPr id="3" name="header-rule">
            <a:extLst xmlns:a="http://schemas.openxmlformats.org/drawingml/2006/main">
              <a:ext uri="{FF2B5EF4-FFF2-40B4-BE49-F238E27FC236}">
                <a16:creationId xmlns:a16="http://schemas.microsoft.com/office/drawing/2014/main" id="{BB8C54AF-0871-4989-8160-6F4611CA29F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53FA59FA-739B-4B18-9492-88ED4D4569C2}"/>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8. AI 활용의 한계와 책임</a:t>
            </a:r>
          </a:p>
        </p:txBody>
      </p:sp>
      <p:sp>
        <p:nvSpPr>
          <p:cNvPr id="5" name="bullets-140">
            <a:extLst xmlns:a="http://schemas.openxmlformats.org/drawingml/2006/main">
              <a:ext uri="{FF2B5EF4-FFF2-40B4-BE49-F238E27FC236}">
                <a16:creationId xmlns:a16="http://schemas.microsoft.com/office/drawing/2014/main" id="{7574D757-478C-4CF1-B04A-F072542860D1}"/>
              </a:ext>
            </a:extLst>
          </p:cNvPr>
          <p:cNvSpPr>
            <a:spLocks xmlns:a="http://schemas.openxmlformats.org/drawingml/2006/main" noGrp="1"/>
          </p:cNvSpPr>
          <p:nvPr/>
        </p:nvSpPr>
        <p:spPr>
          <a:xfrm xmlns:a="http://schemas.openxmlformats.org/drawingml/2006/main">
            <a:off x="533400" y="1333500"/>
            <a:ext cx="6496050" cy="22692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AI가 만든 코드·이미지는 실행 결과와 권리 기록을 별도로 검증해야 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자동 테스트는 게임 재미와 실제 초보자의 이해도를 완전히 증명하지 못한다.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iOS 실기기, 외부 사용자 정식 플레이테스트, App Store·법무 제출은 별도 인간 검토가 필요하다.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생성 이미지의 상업적 사용 가능성은 플랫폼 약관과 최종 법무 판단을 다시 확인해야 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최종 게임 설계와 출시 판단의 책임은 프로젝트 소유자에게 있다.</a:t>
            </a:r>
          </a:p>
        </p:txBody>
      </p:sp>
    </p:spTree>
    <p:extLst>
      <p:ext uri="{BB962C8B-B14F-4D97-AF65-F5344CB8AC3E}">
        <p14:creationId xmlns:p14="http://schemas.microsoft.com/office/powerpoint/2010/main" val="4981914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29F07199-7853-4F10-94B0-8405849AE474}"/>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AI Technical Report</a:t>
            </a:r>
          </a:p>
        </p:txBody>
      </p:sp>
      <p:sp>
        <p:nvSpPr>
          <p:cNvPr id="2" name="page-number">
            <a:extLst xmlns:a="http://schemas.openxmlformats.org/drawingml/2006/main">
              <a:ext uri="{FF2B5EF4-FFF2-40B4-BE49-F238E27FC236}">
                <a16:creationId xmlns:a16="http://schemas.microsoft.com/office/drawing/2014/main" id="{98D5011C-1ECF-4BB9-AF93-C3D590B2FBF8}"/>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19</a:t>
            </a:r>
          </a:p>
        </p:txBody>
      </p:sp>
      <p:sp>
        <p:nvSpPr>
          <p:cNvPr id="3" name="header-rule">
            <a:extLst xmlns:a="http://schemas.openxmlformats.org/drawingml/2006/main">
              <a:ext uri="{FF2B5EF4-FFF2-40B4-BE49-F238E27FC236}">
                <a16:creationId xmlns:a16="http://schemas.microsoft.com/office/drawing/2014/main" id="{18A3D842-5727-4579-9453-E71D3C3389E1}"/>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F8CBC7E7-97D3-4392-AD6C-740C3675C47A}"/>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9. 추적 가능한 근거</a:t>
            </a:r>
          </a:p>
        </p:txBody>
      </p:sp>
      <p:sp>
        <p:nvSpPr>
          <p:cNvPr id="5" name="bullets-140">
            <a:extLst xmlns:a="http://schemas.openxmlformats.org/drawingml/2006/main">
              <a:ext uri="{FF2B5EF4-FFF2-40B4-BE49-F238E27FC236}">
                <a16:creationId xmlns:a16="http://schemas.microsoft.com/office/drawing/2014/main" id="{1F615FE1-6E21-4EB4-862C-5B0D3199B86D}"/>
              </a:ext>
            </a:extLst>
          </p:cNvPr>
          <p:cNvSpPr>
            <a:spLocks xmlns:a="http://schemas.openxmlformats.org/drawingml/2006/main" noGrp="1"/>
          </p:cNvSpPr>
          <p:nvPr/>
        </p:nvSpPr>
        <p:spPr>
          <a:xfrm xmlns:a="http://schemas.openxmlformats.org/drawingml/2006/main">
            <a:off x="533400" y="1333500"/>
            <a:ext cx="6496050" cy="18059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기능 기준: main / 배포 커밋 69744c6d3183b4933817066f80221c2f8fd69630</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QA 결과: harness_docs/qa/validation_results.md</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에이전트 작업 맥락: harness_docs/prompts/*, harness_docs/dev-wiki/log.md</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에셋 권리: harness_docs/release/asset_rights_ledger.md</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공개 플레이: GitHub Pages (https://good5229.github.io/Property_shot/)</a:t>
            </a:r>
          </a:p>
        </p:txBody>
      </p:sp>
      <p:sp>
        <p:nvSpPr>
          <p:cNvPr id="6" name="bullets-339.6">
            <a:extLst xmlns:a="http://schemas.openxmlformats.org/drawingml/2006/main">
              <a:ext uri="{FF2B5EF4-FFF2-40B4-BE49-F238E27FC236}">
                <a16:creationId xmlns:a16="http://schemas.microsoft.com/office/drawing/2014/main" id="{97D3731D-3652-473E-B40D-F660D9899D7E}"/>
              </a:ext>
            </a:extLst>
          </p:cNvPr>
          <p:cNvSpPr>
            <a:spLocks xmlns:a="http://schemas.openxmlformats.org/drawingml/2006/main" noGrp="1"/>
          </p:cNvSpPr>
          <p:nvPr/>
        </p:nvSpPr>
        <p:spPr>
          <a:xfrm xmlns:a="http://schemas.openxmlformats.org/drawingml/2006/main">
            <a:off x="533400" y="3234690"/>
            <a:ext cx="6496050" cy="6537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배포 기록: GitHub Pages run 31373105599 (https://github.com/good5229/Property_shot/actions/runs/31373105599)</a:t>
            </a:r>
          </a:p>
        </p:txBody>
      </p:sp>
    </p:spTree>
    <p:extLst>
      <p:ext uri="{BB962C8B-B14F-4D97-AF65-F5344CB8AC3E}">
        <p14:creationId xmlns:p14="http://schemas.microsoft.com/office/powerpoint/2010/main" val="12234238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2026-08-10T09:20:08.2580000Z</dcterms:created>
  <dcterms:modified xsi:type="dcterms:W3CDTF">2026-08-10T09:20:08.2580000Z</dcterms:modified>
</coreProperties>
</file>